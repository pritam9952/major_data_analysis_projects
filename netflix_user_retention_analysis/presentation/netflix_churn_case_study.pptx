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4" r:id="rId11"/>
    <p:sldId id="265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7" d="100"/>
          <a:sy n="87" d="100"/>
        </p:scale>
        <p:origin x="176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image" Target="../media/image10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svg"/><Relationship Id="rId1" Type="http://schemas.openxmlformats.org/officeDocument/2006/relationships/image" Target="../media/image13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svg"/><Relationship Id="rId1" Type="http://schemas.openxmlformats.org/officeDocument/2006/relationships/image" Target="../media/image16.svg"/><Relationship Id="rId4" Type="http://schemas.openxmlformats.org/officeDocument/2006/relationships/image" Target="../media/image19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svg"/><Relationship Id="rId1" Type="http://schemas.openxmlformats.org/officeDocument/2006/relationships/image" Target="../media/image21.svg"/><Relationship Id="rId4" Type="http://schemas.openxmlformats.org/officeDocument/2006/relationships/image" Target="../media/image24.sv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26.svg"/><Relationship Id="rId1" Type="http://schemas.openxmlformats.org/officeDocument/2006/relationships/image" Target="../media/image14.svg"/></Relationships>
</file>

<file path=ppt/diagrams/_rels/data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image" Target="../media/image30.svg"/><Relationship Id="rId1" Type="http://schemas.openxmlformats.org/officeDocument/2006/relationships/image" Target="../media/image29.svg"/><Relationship Id="rId4" Type="http://schemas.openxmlformats.org/officeDocument/2006/relationships/image" Target="../media/image32.svg"/></Relationships>
</file>

<file path=ppt/diagrams/_rels/data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image" Target="../media/image34.svg"/><Relationship Id="rId1" Type="http://schemas.openxmlformats.org/officeDocument/2006/relationships/image" Target="../media/image33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image" Target="../media/image10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svg"/><Relationship Id="rId1" Type="http://schemas.openxmlformats.org/officeDocument/2006/relationships/image" Target="../media/image13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svg"/><Relationship Id="rId1" Type="http://schemas.openxmlformats.org/officeDocument/2006/relationships/image" Target="../media/image16.svg"/><Relationship Id="rId4" Type="http://schemas.openxmlformats.org/officeDocument/2006/relationships/image" Target="../media/image19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svg"/><Relationship Id="rId1" Type="http://schemas.openxmlformats.org/officeDocument/2006/relationships/image" Target="../media/image21.svg"/><Relationship Id="rId4" Type="http://schemas.openxmlformats.org/officeDocument/2006/relationships/image" Target="../media/image24.sv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26.svg"/><Relationship Id="rId1" Type="http://schemas.openxmlformats.org/officeDocument/2006/relationships/image" Target="../media/image14.svg"/></Relationships>
</file>

<file path=ppt/diagrams/_rels/drawing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image" Target="../media/image30.svg"/><Relationship Id="rId1" Type="http://schemas.openxmlformats.org/officeDocument/2006/relationships/image" Target="../media/image29.svg"/><Relationship Id="rId4" Type="http://schemas.openxmlformats.org/officeDocument/2006/relationships/image" Target="../media/image32.svg"/></Relationships>
</file>

<file path=ppt/diagrams/_rels/drawing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image" Target="../media/image34.svg"/><Relationship Id="rId1" Type="http://schemas.openxmlformats.org/officeDocument/2006/relationships/image" Target="../media/image3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18/5/colors/Iconchunking_neutralicon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E6C1582-AC55-4947-BDC2-5C55777C353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799CEEA0-6A4F-4780-9DDB-DD894CC6076F}">
      <dgm:prSet/>
      <dgm:spPr/>
      <dgm:t>
        <a:bodyPr/>
        <a:lstStyle/>
        <a:p>
          <a:r>
            <a:rPr lang="en-US"/>
            <a:t>End-to-End Data Analytics Case Study</a:t>
          </a:r>
        </a:p>
      </dgm:t>
    </dgm:pt>
    <dgm:pt modelId="{DCBA1934-CF33-4785-AADA-9257DFABBA2D}" type="parTrans" cxnId="{A68D48F5-116E-4ADE-98F8-3FB1B65836BC}">
      <dgm:prSet/>
      <dgm:spPr/>
      <dgm:t>
        <a:bodyPr/>
        <a:lstStyle/>
        <a:p>
          <a:endParaRPr lang="en-US"/>
        </a:p>
      </dgm:t>
    </dgm:pt>
    <dgm:pt modelId="{F3042552-12B2-415C-B827-FD2B8927173A}" type="sibTrans" cxnId="{A68D48F5-116E-4ADE-98F8-3FB1B65836BC}">
      <dgm:prSet/>
      <dgm:spPr/>
      <dgm:t>
        <a:bodyPr/>
        <a:lstStyle/>
        <a:p>
          <a:endParaRPr lang="en-US"/>
        </a:p>
      </dgm:t>
    </dgm:pt>
    <dgm:pt modelId="{7BC30426-1675-41CC-B137-B8E6CE99ADB6}">
      <dgm:prSet/>
      <dgm:spPr/>
      <dgm:t>
        <a:bodyPr/>
        <a:lstStyle/>
        <a:p>
          <a:r>
            <a:rPr lang="en-US"/>
            <a:t>Tools: SQL | Python | Power BI</a:t>
          </a:r>
        </a:p>
      </dgm:t>
    </dgm:pt>
    <dgm:pt modelId="{2EB04E3E-4002-41C8-8B98-55C73E0ED35F}" type="parTrans" cxnId="{9B8623BF-CBFB-482E-9E52-F77809AB7EB3}">
      <dgm:prSet/>
      <dgm:spPr/>
      <dgm:t>
        <a:bodyPr/>
        <a:lstStyle/>
        <a:p>
          <a:endParaRPr lang="en-US"/>
        </a:p>
      </dgm:t>
    </dgm:pt>
    <dgm:pt modelId="{689E2552-298C-40FA-85BB-E0BC17485867}" type="sibTrans" cxnId="{9B8623BF-CBFB-482E-9E52-F77809AB7EB3}">
      <dgm:prSet/>
      <dgm:spPr/>
      <dgm:t>
        <a:bodyPr/>
        <a:lstStyle/>
        <a:p>
          <a:endParaRPr lang="en-US"/>
        </a:p>
      </dgm:t>
    </dgm:pt>
    <dgm:pt modelId="{F1C5BD12-5645-45D6-B74F-A94B7E4F1AD5}">
      <dgm:prSet/>
      <dgm:spPr/>
      <dgm:t>
        <a:bodyPr/>
        <a:lstStyle/>
        <a:p>
          <a:r>
            <a:rPr lang="en-US"/>
            <a:t>Focus: Customer Retention &amp; Business Insights</a:t>
          </a:r>
        </a:p>
      </dgm:t>
    </dgm:pt>
    <dgm:pt modelId="{8F7D9842-4E28-4692-928B-964F097C1F9C}" type="parTrans" cxnId="{B3A36F96-8F9F-4C0B-AD83-52DA4A1C99DF}">
      <dgm:prSet/>
      <dgm:spPr/>
      <dgm:t>
        <a:bodyPr/>
        <a:lstStyle/>
        <a:p>
          <a:endParaRPr lang="en-US"/>
        </a:p>
      </dgm:t>
    </dgm:pt>
    <dgm:pt modelId="{780868CB-8BD3-49DD-8F97-93518B3CBA3D}" type="sibTrans" cxnId="{B3A36F96-8F9F-4C0B-AD83-52DA4A1C99DF}">
      <dgm:prSet/>
      <dgm:spPr/>
      <dgm:t>
        <a:bodyPr/>
        <a:lstStyle/>
        <a:p>
          <a:endParaRPr lang="en-US"/>
        </a:p>
      </dgm:t>
    </dgm:pt>
    <dgm:pt modelId="{5A03D3CD-F100-49C8-82C5-6CE33A9E399A}" type="pres">
      <dgm:prSet presAssocID="{DE6C1582-AC55-4947-BDC2-5C55777C3530}" presName="linear" presStyleCnt="0">
        <dgm:presLayoutVars>
          <dgm:animLvl val="lvl"/>
          <dgm:resizeHandles val="exact"/>
        </dgm:presLayoutVars>
      </dgm:prSet>
      <dgm:spPr/>
    </dgm:pt>
    <dgm:pt modelId="{71D43FC9-A8D3-47EA-84E8-358C79C43501}" type="pres">
      <dgm:prSet presAssocID="{799CEEA0-6A4F-4780-9DDB-DD894CC6076F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A5390954-3D61-492A-BDAA-3EEAE06C73FE}" type="pres">
      <dgm:prSet presAssocID="{F3042552-12B2-415C-B827-FD2B8927173A}" presName="spacer" presStyleCnt="0"/>
      <dgm:spPr/>
    </dgm:pt>
    <dgm:pt modelId="{EDBEB00F-44F0-4C9C-BE5A-D9FA5EA5B1AA}" type="pres">
      <dgm:prSet presAssocID="{7BC30426-1675-41CC-B137-B8E6CE99ADB6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28E6B6A3-AEF7-4BD0-927A-775E94A0DDDF}" type="pres">
      <dgm:prSet presAssocID="{689E2552-298C-40FA-85BB-E0BC17485867}" presName="spacer" presStyleCnt="0"/>
      <dgm:spPr/>
    </dgm:pt>
    <dgm:pt modelId="{7BFD3F12-2A16-4F79-8D69-E06E94316D42}" type="pres">
      <dgm:prSet presAssocID="{F1C5BD12-5645-45D6-B74F-A94B7E4F1AD5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FEA4CC09-23C3-4247-8ACC-1AE8F044384E}" type="presOf" srcId="{F1C5BD12-5645-45D6-B74F-A94B7E4F1AD5}" destId="{7BFD3F12-2A16-4F79-8D69-E06E94316D42}" srcOrd="0" destOrd="0" presId="urn:microsoft.com/office/officeart/2005/8/layout/vList2"/>
    <dgm:cxn modelId="{B3A36F96-8F9F-4C0B-AD83-52DA4A1C99DF}" srcId="{DE6C1582-AC55-4947-BDC2-5C55777C3530}" destId="{F1C5BD12-5645-45D6-B74F-A94B7E4F1AD5}" srcOrd="2" destOrd="0" parTransId="{8F7D9842-4E28-4692-928B-964F097C1F9C}" sibTransId="{780868CB-8BD3-49DD-8F97-93518B3CBA3D}"/>
    <dgm:cxn modelId="{5943C0A2-4127-4C0E-9F45-E45A945ED0A7}" type="presOf" srcId="{799CEEA0-6A4F-4780-9DDB-DD894CC6076F}" destId="{71D43FC9-A8D3-47EA-84E8-358C79C43501}" srcOrd="0" destOrd="0" presId="urn:microsoft.com/office/officeart/2005/8/layout/vList2"/>
    <dgm:cxn modelId="{B56304B5-BF19-429F-A901-94F9CBFC4F72}" type="presOf" srcId="{DE6C1582-AC55-4947-BDC2-5C55777C3530}" destId="{5A03D3CD-F100-49C8-82C5-6CE33A9E399A}" srcOrd="0" destOrd="0" presId="urn:microsoft.com/office/officeart/2005/8/layout/vList2"/>
    <dgm:cxn modelId="{4E9EF8B5-6796-4EA6-A9D1-EFC90D6C1DD3}" type="presOf" srcId="{7BC30426-1675-41CC-B137-B8E6CE99ADB6}" destId="{EDBEB00F-44F0-4C9C-BE5A-D9FA5EA5B1AA}" srcOrd="0" destOrd="0" presId="urn:microsoft.com/office/officeart/2005/8/layout/vList2"/>
    <dgm:cxn modelId="{9B8623BF-CBFB-482E-9E52-F77809AB7EB3}" srcId="{DE6C1582-AC55-4947-BDC2-5C55777C3530}" destId="{7BC30426-1675-41CC-B137-B8E6CE99ADB6}" srcOrd="1" destOrd="0" parTransId="{2EB04E3E-4002-41C8-8B98-55C73E0ED35F}" sibTransId="{689E2552-298C-40FA-85BB-E0BC17485867}"/>
    <dgm:cxn modelId="{A68D48F5-116E-4ADE-98F8-3FB1B65836BC}" srcId="{DE6C1582-AC55-4947-BDC2-5C55777C3530}" destId="{799CEEA0-6A4F-4780-9DDB-DD894CC6076F}" srcOrd="0" destOrd="0" parTransId="{DCBA1934-CF33-4785-AADA-9257DFABBA2D}" sibTransId="{F3042552-12B2-415C-B827-FD2B8927173A}"/>
    <dgm:cxn modelId="{85E6090E-C69C-4495-9B5E-8527749609DF}" type="presParOf" srcId="{5A03D3CD-F100-49C8-82C5-6CE33A9E399A}" destId="{71D43FC9-A8D3-47EA-84E8-358C79C43501}" srcOrd="0" destOrd="0" presId="urn:microsoft.com/office/officeart/2005/8/layout/vList2"/>
    <dgm:cxn modelId="{918B39C4-5796-4219-ADF2-C87FCC8368CB}" type="presParOf" srcId="{5A03D3CD-F100-49C8-82C5-6CE33A9E399A}" destId="{A5390954-3D61-492A-BDAA-3EEAE06C73FE}" srcOrd="1" destOrd="0" presId="urn:microsoft.com/office/officeart/2005/8/layout/vList2"/>
    <dgm:cxn modelId="{C8F1AB8A-DF5B-4606-A5D0-85D429904A3E}" type="presParOf" srcId="{5A03D3CD-F100-49C8-82C5-6CE33A9E399A}" destId="{EDBEB00F-44F0-4C9C-BE5A-D9FA5EA5B1AA}" srcOrd="2" destOrd="0" presId="urn:microsoft.com/office/officeart/2005/8/layout/vList2"/>
    <dgm:cxn modelId="{83F9FF16-1AF5-499A-B84E-B84D9603C6FF}" type="presParOf" srcId="{5A03D3CD-F100-49C8-82C5-6CE33A9E399A}" destId="{28E6B6A3-AEF7-4BD0-927A-775E94A0DDDF}" srcOrd="3" destOrd="0" presId="urn:microsoft.com/office/officeart/2005/8/layout/vList2"/>
    <dgm:cxn modelId="{56BA5D43-5A78-4EE2-BB6B-255DF0894B7F}" type="presParOf" srcId="{5A03D3CD-F100-49C8-82C5-6CE33A9E399A}" destId="{7BFD3F12-2A16-4F79-8D69-E06E94316D42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D7E85F0-A58C-4733-B907-F6C83049AA1B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46A878A7-5B34-4654-BBB7-C59DF52A1EC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High customer churn reducing revenue</a:t>
          </a:r>
        </a:p>
      </dgm:t>
    </dgm:pt>
    <dgm:pt modelId="{FB9593DE-8D81-4697-8A9E-C3BEE866938C}" type="parTrans" cxnId="{8BC5AF35-769C-49E6-B223-DB4BCB70A15A}">
      <dgm:prSet/>
      <dgm:spPr/>
      <dgm:t>
        <a:bodyPr/>
        <a:lstStyle/>
        <a:p>
          <a:endParaRPr lang="en-US"/>
        </a:p>
      </dgm:t>
    </dgm:pt>
    <dgm:pt modelId="{BEFBF5C1-7E19-4A03-9A4E-F66B0545E85C}" type="sibTrans" cxnId="{8BC5AF35-769C-49E6-B223-DB4BCB70A15A}">
      <dgm:prSet/>
      <dgm:spPr/>
      <dgm:t>
        <a:bodyPr/>
        <a:lstStyle/>
        <a:p>
          <a:endParaRPr lang="en-US"/>
        </a:p>
      </dgm:t>
    </dgm:pt>
    <dgm:pt modelId="{67EC644B-43EB-4D4D-B585-65D0B8BADA6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Lack of visibility into churn drivers</a:t>
          </a:r>
        </a:p>
      </dgm:t>
    </dgm:pt>
    <dgm:pt modelId="{1EDE71D7-09EB-476F-AB18-9BB0B5BA4569}" type="parTrans" cxnId="{E703CF5F-F013-4004-AC3B-3897017C0D8E}">
      <dgm:prSet/>
      <dgm:spPr/>
      <dgm:t>
        <a:bodyPr/>
        <a:lstStyle/>
        <a:p>
          <a:endParaRPr lang="en-US"/>
        </a:p>
      </dgm:t>
    </dgm:pt>
    <dgm:pt modelId="{46391CD2-37CD-4268-AF7A-0A30F528433F}" type="sibTrans" cxnId="{E703CF5F-F013-4004-AC3B-3897017C0D8E}">
      <dgm:prSet/>
      <dgm:spPr/>
      <dgm:t>
        <a:bodyPr/>
        <a:lstStyle/>
        <a:p>
          <a:endParaRPr lang="en-US"/>
        </a:p>
      </dgm:t>
    </dgm:pt>
    <dgm:pt modelId="{911834C7-2D50-4D56-903C-5D75B34D22E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Goal: Identify patterns &amp; reduce churn</a:t>
          </a:r>
        </a:p>
      </dgm:t>
    </dgm:pt>
    <dgm:pt modelId="{35C3166C-B7D9-4E77-BC68-B38D1C1A5DD8}" type="parTrans" cxnId="{262392DF-EC2B-4F50-A6BB-5F34318A747A}">
      <dgm:prSet/>
      <dgm:spPr/>
      <dgm:t>
        <a:bodyPr/>
        <a:lstStyle/>
        <a:p>
          <a:endParaRPr lang="en-US"/>
        </a:p>
      </dgm:t>
    </dgm:pt>
    <dgm:pt modelId="{D3C353D4-B916-4E81-8C21-8639D118D5DB}" type="sibTrans" cxnId="{262392DF-EC2B-4F50-A6BB-5F34318A747A}">
      <dgm:prSet/>
      <dgm:spPr/>
      <dgm:t>
        <a:bodyPr/>
        <a:lstStyle/>
        <a:p>
          <a:endParaRPr lang="en-US"/>
        </a:p>
      </dgm:t>
    </dgm:pt>
    <dgm:pt modelId="{FD2112DE-3D85-4092-B480-39692BACE846}" type="pres">
      <dgm:prSet presAssocID="{FD7E85F0-A58C-4733-B907-F6C83049AA1B}" presName="root" presStyleCnt="0">
        <dgm:presLayoutVars>
          <dgm:dir/>
          <dgm:resizeHandles val="exact"/>
        </dgm:presLayoutVars>
      </dgm:prSet>
      <dgm:spPr/>
    </dgm:pt>
    <dgm:pt modelId="{E94CCF26-0EA0-4EF8-A511-BC9737C88418}" type="pres">
      <dgm:prSet presAssocID="{46A878A7-5B34-4654-BBB7-C59DF52A1ECC}" presName="compNode" presStyleCnt="0"/>
      <dgm:spPr/>
    </dgm:pt>
    <dgm:pt modelId="{3B75A6C9-1F80-4A08-9D80-874C4E64BB85}" type="pres">
      <dgm:prSet presAssocID="{46A878A7-5B34-4654-BBB7-C59DF52A1ECC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CE448FC7-3215-4633-9B08-BCE0B183209D}" type="pres">
      <dgm:prSet presAssocID="{46A878A7-5B34-4654-BBB7-C59DF52A1ECC}" presName="spaceRect" presStyleCnt="0"/>
      <dgm:spPr/>
    </dgm:pt>
    <dgm:pt modelId="{BC942F78-AD9F-45B1-96A4-9D51CA40A1F4}" type="pres">
      <dgm:prSet presAssocID="{46A878A7-5B34-4654-BBB7-C59DF52A1ECC}" presName="textRect" presStyleLbl="revTx" presStyleIdx="0" presStyleCnt="3">
        <dgm:presLayoutVars>
          <dgm:chMax val="1"/>
          <dgm:chPref val="1"/>
        </dgm:presLayoutVars>
      </dgm:prSet>
      <dgm:spPr/>
    </dgm:pt>
    <dgm:pt modelId="{D27CB6FD-34FD-48A4-8272-AF29979067D0}" type="pres">
      <dgm:prSet presAssocID="{BEFBF5C1-7E19-4A03-9A4E-F66B0545E85C}" presName="sibTrans" presStyleCnt="0"/>
      <dgm:spPr/>
    </dgm:pt>
    <dgm:pt modelId="{992F591F-8E05-47B9-8C2A-C92083DAB3F4}" type="pres">
      <dgm:prSet presAssocID="{67EC644B-43EB-4D4D-B585-65D0B8BADA69}" presName="compNode" presStyleCnt="0"/>
      <dgm:spPr/>
    </dgm:pt>
    <dgm:pt modelId="{03A90E29-C60B-4C64-962B-075E0405BC4E}" type="pres">
      <dgm:prSet presAssocID="{67EC644B-43EB-4D4D-B585-65D0B8BADA69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ye"/>
        </a:ext>
      </dgm:extLst>
    </dgm:pt>
    <dgm:pt modelId="{3761E08C-6A91-46DD-9912-B30D819B58C7}" type="pres">
      <dgm:prSet presAssocID="{67EC644B-43EB-4D4D-B585-65D0B8BADA69}" presName="spaceRect" presStyleCnt="0"/>
      <dgm:spPr/>
    </dgm:pt>
    <dgm:pt modelId="{AE5DDD40-0E3D-4A76-A12B-4E1188037FAF}" type="pres">
      <dgm:prSet presAssocID="{67EC644B-43EB-4D4D-B585-65D0B8BADA69}" presName="textRect" presStyleLbl="revTx" presStyleIdx="1" presStyleCnt="3">
        <dgm:presLayoutVars>
          <dgm:chMax val="1"/>
          <dgm:chPref val="1"/>
        </dgm:presLayoutVars>
      </dgm:prSet>
      <dgm:spPr/>
    </dgm:pt>
    <dgm:pt modelId="{6D894B7D-6E5F-4D66-A101-E0ACC98D3D45}" type="pres">
      <dgm:prSet presAssocID="{46391CD2-37CD-4268-AF7A-0A30F528433F}" presName="sibTrans" presStyleCnt="0"/>
      <dgm:spPr/>
    </dgm:pt>
    <dgm:pt modelId="{7C075197-8076-411A-BB75-9D7C898F6032}" type="pres">
      <dgm:prSet presAssocID="{911834C7-2D50-4D56-903C-5D75B34D22E9}" presName="compNode" presStyleCnt="0"/>
      <dgm:spPr/>
    </dgm:pt>
    <dgm:pt modelId="{4FC119BE-4573-400C-BF38-0F8EBFB91A76}" type="pres">
      <dgm:prSet presAssocID="{911834C7-2D50-4D56-903C-5D75B34D22E9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D23B8E39-6E9F-46B9-BA3A-EC585D4A2FAC}" type="pres">
      <dgm:prSet presAssocID="{911834C7-2D50-4D56-903C-5D75B34D22E9}" presName="spaceRect" presStyleCnt="0"/>
      <dgm:spPr/>
    </dgm:pt>
    <dgm:pt modelId="{D574F50E-D420-4903-9405-E521FD7108F9}" type="pres">
      <dgm:prSet presAssocID="{911834C7-2D50-4D56-903C-5D75B34D22E9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8BC5AF35-769C-49E6-B223-DB4BCB70A15A}" srcId="{FD7E85F0-A58C-4733-B907-F6C83049AA1B}" destId="{46A878A7-5B34-4654-BBB7-C59DF52A1ECC}" srcOrd="0" destOrd="0" parTransId="{FB9593DE-8D81-4697-8A9E-C3BEE866938C}" sibTransId="{BEFBF5C1-7E19-4A03-9A4E-F66B0545E85C}"/>
    <dgm:cxn modelId="{E703CF5F-F013-4004-AC3B-3897017C0D8E}" srcId="{FD7E85F0-A58C-4733-B907-F6C83049AA1B}" destId="{67EC644B-43EB-4D4D-B585-65D0B8BADA69}" srcOrd="1" destOrd="0" parTransId="{1EDE71D7-09EB-476F-AB18-9BB0B5BA4569}" sibTransId="{46391CD2-37CD-4268-AF7A-0A30F528433F}"/>
    <dgm:cxn modelId="{BB8AAC49-3420-4EA3-A77B-DFC925DF33EF}" type="presOf" srcId="{FD7E85F0-A58C-4733-B907-F6C83049AA1B}" destId="{FD2112DE-3D85-4092-B480-39692BACE846}" srcOrd="0" destOrd="0" presId="urn:microsoft.com/office/officeart/2018/2/layout/IconLabelList"/>
    <dgm:cxn modelId="{93063274-D6EA-45ED-A227-28241826AEB6}" type="presOf" srcId="{911834C7-2D50-4D56-903C-5D75B34D22E9}" destId="{D574F50E-D420-4903-9405-E521FD7108F9}" srcOrd="0" destOrd="0" presId="urn:microsoft.com/office/officeart/2018/2/layout/IconLabelList"/>
    <dgm:cxn modelId="{1DBF7976-61A3-4C90-81DC-F6E374FF6C1F}" type="presOf" srcId="{67EC644B-43EB-4D4D-B585-65D0B8BADA69}" destId="{AE5DDD40-0E3D-4A76-A12B-4E1188037FAF}" srcOrd="0" destOrd="0" presId="urn:microsoft.com/office/officeart/2018/2/layout/IconLabelList"/>
    <dgm:cxn modelId="{262392DF-EC2B-4F50-A6BB-5F34318A747A}" srcId="{FD7E85F0-A58C-4733-B907-F6C83049AA1B}" destId="{911834C7-2D50-4D56-903C-5D75B34D22E9}" srcOrd="2" destOrd="0" parTransId="{35C3166C-B7D9-4E77-BC68-B38D1C1A5DD8}" sibTransId="{D3C353D4-B916-4E81-8C21-8639D118D5DB}"/>
    <dgm:cxn modelId="{3E3C12F2-58ED-4918-8109-2EBCA7502CE1}" type="presOf" srcId="{46A878A7-5B34-4654-BBB7-C59DF52A1ECC}" destId="{BC942F78-AD9F-45B1-96A4-9D51CA40A1F4}" srcOrd="0" destOrd="0" presId="urn:microsoft.com/office/officeart/2018/2/layout/IconLabelList"/>
    <dgm:cxn modelId="{9FF90F48-EAE4-4B1B-A246-45B84B427A3E}" type="presParOf" srcId="{FD2112DE-3D85-4092-B480-39692BACE846}" destId="{E94CCF26-0EA0-4EF8-A511-BC9737C88418}" srcOrd="0" destOrd="0" presId="urn:microsoft.com/office/officeart/2018/2/layout/IconLabelList"/>
    <dgm:cxn modelId="{81FA0171-D644-4CAC-BA88-9EE935334E49}" type="presParOf" srcId="{E94CCF26-0EA0-4EF8-A511-BC9737C88418}" destId="{3B75A6C9-1F80-4A08-9D80-874C4E64BB85}" srcOrd="0" destOrd="0" presId="urn:microsoft.com/office/officeart/2018/2/layout/IconLabelList"/>
    <dgm:cxn modelId="{7713C186-3F09-42D5-943F-AE0866271092}" type="presParOf" srcId="{E94CCF26-0EA0-4EF8-A511-BC9737C88418}" destId="{CE448FC7-3215-4633-9B08-BCE0B183209D}" srcOrd="1" destOrd="0" presId="urn:microsoft.com/office/officeart/2018/2/layout/IconLabelList"/>
    <dgm:cxn modelId="{35674945-1026-4B7F-BA70-E06EAC035916}" type="presParOf" srcId="{E94CCF26-0EA0-4EF8-A511-BC9737C88418}" destId="{BC942F78-AD9F-45B1-96A4-9D51CA40A1F4}" srcOrd="2" destOrd="0" presId="urn:microsoft.com/office/officeart/2018/2/layout/IconLabelList"/>
    <dgm:cxn modelId="{1BF94D78-2A25-496C-ACDE-671B3EDD8803}" type="presParOf" srcId="{FD2112DE-3D85-4092-B480-39692BACE846}" destId="{D27CB6FD-34FD-48A4-8272-AF29979067D0}" srcOrd="1" destOrd="0" presId="urn:microsoft.com/office/officeart/2018/2/layout/IconLabelList"/>
    <dgm:cxn modelId="{D53613BF-7736-4887-94D8-82AFD89BEA1B}" type="presParOf" srcId="{FD2112DE-3D85-4092-B480-39692BACE846}" destId="{992F591F-8E05-47B9-8C2A-C92083DAB3F4}" srcOrd="2" destOrd="0" presId="urn:microsoft.com/office/officeart/2018/2/layout/IconLabelList"/>
    <dgm:cxn modelId="{EEE317AA-99A9-4490-8D5D-2FE77CF91354}" type="presParOf" srcId="{992F591F-8E05-47B9-8C2A-C92083DAB3F4}" destId="{03A90E29-C60B-4C64-962B-075E0405BC4E}" srcOrd="0" destOrd="0" presId="urn:microsoft.com/office/officeart/2018/2/layout/IconLabelList"/>
    <dgm:cxn modelId="{3A3571DA-F7E1-4CEF-BA8F-9254509A2E5E}" type="presParOf" srcId="{992F591F-8E05-47B9-8C2A-C92083DAB3F4}" destId="{3761E08C-6A91-46DD-9912-B30D819B58C7}" srcOrd="1" destOrd="0" presId="urn:microsoft.com/office/officeart/2018/2/layout/IconLabelList"/>
    <dgm:cxn modelId="{24C749A7-8D00-4502-B4E7-8A33697C300B}" type="presParOf" srcId="{992F591F-8E05-47B9-8C2A-C92083DAB3F4}" destId="{AE5DDD40-0E3D-4A76-A12B-4E1188037FAF}" srcOrd="2" destOrd="0" presId="urn:microsoft.com/office/officeart/2018/2/layout/IconLabelList"/>
    <dgm:cxn modelId="{47F6F970-D327-433C-8E17-2A0CC0EB5569}" type="presParOf" srcId="{FD2112DE-3D85-4092-B480-39692BACE846}" destId="{6D894B7D-6E5F-4D66-A101-E0ACC98D3D45}" srcOrd="3" destOrd="0" presId="urn:microsoft.com/office/officeart/2018/2/layout/IconLabelList"/>
    <dgm:cxn modelId="{FBCA3B86-6866-4F90-91D7-1AE7C7FBD62F}" type="presParOf" srcId="{FD2112DE-3D85-4092-B480-39692BACE846}" destId="{7C075197-8076-411A-BB75-9D7C898F6032}" srcOrd="4" destOrd="0" presId="urn:microsoft.com/office/officeart/2018/2/layout/IconLabelList"/>
    <dgm:cxn modelId="{47732110-0C76-4112-B2B5-FAF05922AD08}" type="presParOf" srcId="{7C075197-8076-411A-BB75-9D7C898F6032}" destId="{4FC119BE-4573-400C-BF38-0F8EBFB91A76}" srcOrd="0" destOrd="0" presId="urn:microsoft.com/office/officeart/2018/2/layout/IconLabelList"/>
    <dgm:cxn modelId="{64B16615-185D-4273-A356-F5CFFC14C3C4}" type="presParOf" srcId="{7C075197-8076-411A-BB75-9D7C898F6032}" destId="{D23B8E39-6E9F-46B9-BA3A-EC585D4A2FAC}" srcOrd="1" destOrd="0" presId="urn:microsoft.com/office/officeart/2018/2/layout/IconLabelList"/>
    <dgm:cxn modelId="{F6107A1B-0E96-4492-87F9-80ECB93E63E5}" type="presParOf" srcId="{7C075197-8076-411A-BB75-9D7C898F6032}" destId="{D574F50E-D420-4903-9405-E521FD7108F9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F731781-D0F5-4BF0-A474-AC6AC1CB33CD}" type="doc">
      <dgm:prSet loTypeId="urn:microsoft.com/office/officeart/2018/2/layout/IconCircleList" loCatId="icon" qsTypeId="urn:microsoft.com/office/officeart/2005/8/quickstyle/simple4" qsCatId="simple" csTypeId="urn:microsoft.com/office/officeart/2005/8/colors/accent5_2" csCatId="accent5" phldr="1"/>
      <dgm:spPr/>
      <dgm:t>
        <a:bodyPr/>
        <a:lstStyle/>
        <a:p>
          <a:endParaRPr lang="en-US"/>
        </a:p>
      </dgm:t>
    </dgm:pt>
    <dgm:pt modelId="{D3CED363-D94F-4839-B3F9-42747F1732D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7000+ customers</a:t>
          </a:r>
        </a:p>
      </dgm:t>
    </dgm:pt>
    <dgm:pt modelId="{0B30C1C5-5085-4E01-A604-8BA5AEB7DAE5}" type="parTrans" cxnId="{4CCFF51C-C1A3-47BE-AF18-A453879CC5AB}">
      <dgm:prSet/>
      <dgm:spPr/>
      <dgm:t>
        <a:bodyPr/>
        <a:lstStyle/>
        <a:p>
          <a:endParaRPr lang="en-US"/>
        </a:p>
      </dgm:t>
    </dgm:pt>
    <dgm:pt modelId="{F2290A6E-B682-47BC-9092-888476E8C2C8}" type="sibTrans" cxnId="{4CCFF51C-C1A3-47BE-AF18-A453879CC5AB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6704F93A-0D93-427D-B453-45B5EE829B1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Features: Demographics, Services, Billing</a:t>
          </a:r>
        </a:p>
      </dgm:t>
    </dgm:pt>
    <dgm:pt modelId="{92465876-5ABD-4BE6-A5CD-E48D37F4B085}" type="parTrans" cxnId="{952E9B76-462A-4B5D-99C7-CB2267FDFBB0}">
      <dgm:prSet/>
      <dgm:spPr/>
      <dgm:t>
        <a:bodyPr/>
        <a:lstStyle/>
        <a:p>
          <a:endParaRPr lang="en-US"/>
        </a:p>
      </dgm:t>
    </dgm:pt>
    <dgm:pt modelId="{89B214B5-B720-46C4-9462-F3CD113881C1}" type="sibTrans" cxnId="{952E9B76-462A-4B5D-99C7-CB2267FDFBB0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C60032DB-031D-4A01-A6DF-30934DC7719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Target Variable: Churn (Yes/No)</a:t>
          </a:r>
        </a:p>
      </dgm:t>
    </dgm:pt>
    <dgm:pt modelId="{C469ED36-F4EA-4B71-9879-EEC7AE412196}" type="parTrans" cxnId="{712C4D5B-C553-428F-9F84-E996B25A950E}">
      <dgm:prSet/>
      <dgm:spPr/>
      <dgm:t>
        <a:bodyPr/>
        <a:lstStyle/>
        <a:p>
          <a:endParaRPr lang="en-US"/>
        </a:p>
      </dgm:t>
    </dgm:pt>
    <dgm:pt modelId="{7AE1C8C3-B389-42FB-9D0C-2AACF20DD517}" type="sibTrans" cxnId="{712C4D5B-C553-428F-9F84-E996B25A950E}">
      <dgm:prSet/>
      <dgm:spPr/>
      <dgm:t>
        <a:bodyPr/>
        <a:lstStyle/>
        <a:p>
          <a:endParaRPr lang="en-US"/>
        </a:p>
      </dgm:t>
    </dgm:pt>
    <dgm:pt modelId="{1F3D6193-E81A-43D5-A1A7-5D7F57B612EA}" type="pres">
      <dgm:prSet presAssocID="{8F731781-D0F5-4BF0-A474-AC6AC1CB33CD}" presName="root" presStyleCnt="0">
        <dgm:presLayoutVars>
          <dgm:dir/>
          <dgm:resizeHandles val="exact"/>
        </dgm:presLayoutVars>
      </dgm:prSet>
      <dgm:spPr/>
    </dgm:pt>
    <dgm:pt modelId="{BE791613-381D-45D0-B12D-1FC35EA7836F}" type="pres">
      <dgm:prSet presAssocID="{8F731781-D0F5-4BF0-A474-AC6AC1CB33CD}" presName="container" presStyleCnt="0">
        <dgm:presLayoutVars>
          <dgm:dir/>
          <dgm:resizeHandles val="exact"/>
        </dgm:presLayoutVars>
      </dgm:prSet>
      <dgm:spPr/>
    </dgm:pt>
    <dgm:pt modelId="{BF22A127-B7B0-4652-A36A-FC9A969844C9}" type="pres">
      <dgm:prSet presAssocID="{D3CED363-D94F-4839-B3F9-42747F1732DA}" presName="compNode" presStyleCnt="0"/>
      <dgm:spPr/>
    </dgm:pt>
    <dgm:pt modelId="{0556C670-3A77-422F-B3EF-CD371EE438B3}" type="pres">
      <dgm:prSet presAssocID="{D3CED363-D94F-4839-B3F9-42747F1732DA}" presName="iconBgRect" presStyleLbl="bgShp" presStyleIdx="0" presStyleCnt="3"/>
      <dgm:spPr/>
    </dgm:pt>
    <dgm:pt modelId="{35A68654-FD57-48E8-9CFC-4276030760F5}" type="pres">
      <dgm:prSet presAssocID="{D3CED363-D94F-4839-B3F9-42747F1732DA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roup"/>
        </a:ext>
      </dgm:extLst>
    </dgm:pt>
    <dgm:pt modelId="{E027DAD7-C41C-45FF-8D82-D35892BF178E}" type="pres">
      <dgm:prSet presAssocID="{D3CED363-D94F-4839-B3F9-42747F1732DA}" presName="spaceRect" presStyleCnt="0"/>
      <dgm:spPr/>
    </dgm:pt>
    <dgm:pt modelId="{D45EF2F4-1DB3-41C6-8046-41F2E9A1D4F0}" type="pres">
      <dgm:prSet presAssocID="{D3CED363-D94F-4839-B3F9-42747F1732DA}" presName="textRect" presStyleLbl="revTx" presStyleIdx="0" presStyleCnt="3">
        <dgm:presLayoutVars>
          <dgm:chMax val="1"/>
          <dgm:chPref val="1"/>
        </dgm:presLayoutVars>
      </dgm:prSet>
      <dgm:spPr/>
    </dgm:pt>
    <dgm:pt modelId="{C3042114-26F8-4842-A1E5-0563F237EB86}" type="pres">
      <dgm:prSet presAssocID="{F2290A6E-B682-47BC-9092-888476E8C2C8}" presName="sibTrans" presStyleLbl="sibTrans2D1" presStyleIdx="0" presStyleCnt="0"/>
      <dgm:spPr/>
    </dgm:pt>
    <dgm:pt modelId="{652D7FE4-C330-4C57-AFEF-E0824F84D1A3}" type="pres">
      <dgm:prSet presAssocID="{6704F93A-0D93-427D-B453-45B5EE829B14}" presName="compNode" presStyleCnt="0"/>
      <dgm:spPr/>
    </dgm:pt>
    <dgm:pt modelId="{182930D0-E934-4E1E-9D7F-F7A2FECE3312}" type="pres">
      <dgm:prSet presAssocID="{6704F93A-0D93-427D-B453-45B5EE829B14}" presName="iconBgRect" presStyleLbl="bgShp" presStyleIdx="1" presStyleCnt="3"/>
      <dgm:spPr/>
    </dgm:pt>
    <dgm:pt modelId="{83BA3251-B07F-4211-B4B6-A98127F56F2A}" type="pres">
      <dgm:prSet presAssocID="{6704F93A-0D93-427D-B453-45B5EE829B14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F51FE133-3331-40A2-A12B-AA735081D069}" type="pres">
      <dgm:prSet presAssocID="{6704F93A-0D93-427D-B453-45B5EE829B14}" presName="spaceRect" presStyleCnt="0"/>
      <dgm:spPr/>
    </dgm:pt>
    <dgm:pt modelId="{5C34089E-C194-400B-9924-8A3C305D52C3}" type="pres">
      <dgm:prSet presAssocID="{6704F93A-0D93-427D-B453-45B5EE829B14}" presName="textRect" presStyleLbl="revTx" presStyleIdx="1" presStyleCnt="3">
        <dgm:presLayoutVars>
          <dgm:chMax val="1"/>
          <dgm:chPref val="1"/>
        </dgm:presLayoutVars>
      </dgm:prSet>
      <dgm:spPr/>
    </dgm:pt>
    <dgm:pt modelId="{A04EABB7-17FB-4B76-A265-5410E1ADDF46}" type="pres">
      <dgm:prSet presAssocID="{89B214B5-B720-46C4-9462-F3CD113881C1}" presName="sibTrans" presStyleLbl="sibTrans2D1" presStyleIdx="0" presStyleCnt="0"/>
      <dgm:spPr/>
    </dgm:pt>
    <dgm:pt modelId="{15BC41A7-63A6-43F5-ABDE-4D2CB425C39D}" type="pres">
      <dgm:prSet presAssocID="{C60032DB-031D-4A01-A6DF-30934DC77196}" presName="compNode" presStyleCnt="0"/>
      <dgm:spPr/>
    </dgm:pt>
    <dgm:pt modelId="{21375100-BC3C-4AC1-8129-70020A390BDD}" type="pres">
      <dgm:prSet presAssocID="{C60032DB-031D-4A01-A6DF-30934DC77196}" presName="iconBgRect" presStyleLbl="bgShp" presStyleIdx="2" presStyleCnt="3"/>
      <dgm:spPr/>
    </dgm:pt>
    <dgm:pt modelId="{E15D1223-A7E4-40BC-B724-0EB9A29EA92A}" type="pres">
      <dgm:prSet presAssocID="{C60032DB-031D-4A01-A6DF-30934DC77196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Optical disc"/>
        </a:ext>
      </dgm:extLst>
    </dgm:pt>
    <dgm:pt modelId="{5C0EE664-0916-4565-AB5F-9DD2EECD1E00}" type="pres">
      <dgm:prSet presAssocID="{C60032DB-031D-4A01-A6DF-30934DC77196}" presName="spaceRect" presStyleCnt="0"/>
      <dgm:spPr/>
    </dgm:pt>
    <dgm:pt modelId="{E412111D-1A02-45A9-892E-2B1E311194D9}" type="pres">
      <dgm:prSet presAssocID="{C60032DB-031D-4A01-A6DF-30934DC77196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5552B600-7F48-4117-AEB9-5333E95391FD}" type="presOf" srcId="{8F731781-D0F5-4BF0-A474-AC6AC1CB33CD}" destId="{1F3D6193-E81A-43D5-A1A7-5D7F57B612EA}" srcOrd="0" destOrd="0" presId="urn:microsoft.com/office/officeart/2018/2/layout/IconCircleList"/>
    <dgm:cxn modelId="{F0348119-A75A-41D5-AE31-6BA4DA34E8D7}" type="presOf" srcId="{F2290A6E-B682-47BC-9092-888476E8C2C8}" destId="{C3042114-26F8-4842-A1E5-0563F237EB86}" srcOrd="0" destOrd="0" presId="urn:microsoft.com/office/officeart/2018/2/layout/IconCircleList"/>
    <dgm:cxn modelId="{4CCFF51C-C1A3-47BE-AF18-A453879CC5AB}" srcId="{8F731781-D0F5-4BF0-A474-AC6AC1CB33CD}" destId="{D3CED363-D94F-4839-B3F9-42747F1732DA}" srcOrd="0" destOrd="0" parTransId="{0B30C1C5-5085-4E01-A604-8BA5AEB7DAE5}" sibTransId="{F2290A6E-B682-47BC-9092-888476E8C2C8}"/>
    <dgm:cxn modelId="{7E07602E-B7BF-4523-AB0C-3A64499CE1F2}" type="presOf" srcId="{D3CED363-D94F-4839-B3F9-42747F1732DA}" destId="{D45EF2F4-1DB3-41C6-8046-41F2E9A1D4F0}" srcOrd="0" destOrd="0" presId="urn:microsoft.com/office/officeart/2018/2/layout/IconCircleList"/>
    <dgm:cxn modelId="{712C4D5B-C553-428F-9F84-E996B25A950E}" srcId="{8F731781-D0F5-4BF0-A474-AC6AC1CB33CD}" destId="{C60032DB-031D-4A01-A6DF-30934DC77196}" srcOrd="2" destOrd="0" parTransId="{C469ED36-F4EA-4B71-9879-EEC7AE412196}" sibTransId="{7AE1C8C3-B389-42FB-9D0C-2AACF20DD517}"/>
    <dgm:cxn modelId="{952E9B76-462A-4B5D-99C7-CB2267FDFBB0}" srcId="{8F731781-D0F5-4BF0-A474-AC6AC1CB33CD}" destId="{6704F93A-0D93-427D-B453-45B5EE829B14}" srcOrd="1" destOrd="0" parTransId="{92465876-5ABD-4BE6-A5CD-E48D37F4B085}" sibTransId="{89B214B5-B720-46C4-9462-F3CD113881C1}"/>
    <dgm:cxn modelId="{6B325EA2-6051-4455-9E9B-E8F1020A406D}" type="presOf" srcId="{89B214B5-B720-46C4-9462-F3CD113881C1}" destId="{A04EABB7-17FB-4B76-A265-5410E1ADDF46}" srcOrd="0" destOrd="0" presId="urn:microsoft.com/office/officeart/2018/2/layout/IconCircleList"/>
    <dgm:cxn modelId="{73A3EBDC-C7E2-447A-BDE4-7E937E98E64B}" type="presOf" srcId="{6704F93A-0D93-427D-B453-45B5EE829B14}" destId="{5C34089E-C194-400B-9924-8A3C305D52C3}" srcOrd="0" destOrd="0" presId="urn:microsoft.com/office/officeart/2018/2/layout/IconCircleList"/>
    <dgm:cxn modelId="{C7FA5BE1-0732-419F-A934-66BD9B2691CB}" type="presOf" srcId="{C60032DB-031D-4A01-A6DF-30934DC77196}" destId="{E412111D-1A02-45A9-892E-2B1E311194D9}" srcOrd="0" destOrd="0" presId="urn:microsoft.com/office/officeart/2018/2/layout/IconCircleList"/>
    <dgm:cxn modelId="{AECD8B88-7764-4C89-9EDD-73ED014F2112}" type="presParOf" srcId="{1F3D6193-E81A-43D5-A1A7-5D7F57B612EA}" destId="{BE791613-381D-45D0-B12D-1FC35EA7836F}" srcOrd="0" destOrd="0" presId="urn:microsoft.com/office/officeart/2018/2/layout/IconCircleList"/>
    <dgm:cxn modelId="{B202721D-F0AD-4842-B362-93F86565D1E0}" type="presParOf" srcId="{BE791613-381D-45D0-B12D-1FC35EA7836F}" destId="{BF22A127-B7B0-4652-A36A-FC9A969844C9}" srcOrd="0" destOrd="0" presId="urn:microsoft.com/office/officeart/2018/2/layout/IconCircleList"/>
    <dgm:cxn modelId="{14AB2F7F-0D81-48C0-BA4E-65ADD8AF84B8}" type="presParOf" srcId="{BF22A127-B7B0-4652-A36A-FC9A969844C9}" destId="{0556C670-3A77-422F-B3EF-CD371EE438B3}" srcOrd="0" destOrd="0" presId="urn:microsoft.com/office/officeart/2018/2/layout/IconCircleList"/>
    <dgm:cxn modelId="{3CFFCC5E-50EA-432A-9211-25A353D9326E}" type="presParOf" srcId="{BF22A127-B7B0-4652-A36A-FC9A969844C9}" destId="{35A68654-FD57-48E8-9CFC-4276030760F5}" srcOrd="1" destOrd="0" presId="urn:microsoft.com/office/officeart/2018/2/layout/IconCircleList"/>
    <dgm:cxn modelId="{D5AB0F80-12C3-4A0D-B937-D684249E2C2B}" type="presParOf" srcId="{BF22A127-B7B0-4652-A36A-FC9A969844C9}" destId="{E027DAD7-C41C-45FF-8D82-D35892BF178E}" srcOrd="2" destOrd="0" presId="urn:microsoft.com/office/officeart/2018/2/layout/IconCircleList"/>
    <dgm:cxn modelId="{159D9043-6F01-4C1D-A44E-4C612EAC5DD2}" type="presParOf" srcId="{BF22A127-B7B0-4652-A36A-FC9A969844C9}" destId="{D45EF2F4-1DB3-41C6-8046-41F2E9A1D4F0}" srcOrd="3" destOrd="0" presId="urn:microsoft.com/office/officeart/2018/2/layout/IconCircleList"/>
    <dgm:cxn modelId="{3AAD2789-9190-4489-A4D5-41306A079CF3}" type="presParOf" srcId="{BE791613-381D-45D0-B12D-1FC35EA7836F}" destId="{C3042114-26F8-4842-A1E5-0563F237EB86}" srcOrd="1" destOrd="0" presId="urn:microsoft.com/office/officeart/2018/2/layout/IconCircleList"/>
    <dgm:cxn modelId="{FF3132FF-089F-419F-80BB-FFAA4D36C78E}" type="presParOf" srcId="{BE791613-381D-45D0-B12D-1FC35EA7836F}" destId="{652D7FE4-C330-4C57-AFEF-E0824F84D1A3}" srcOrd="2" destOrd="0" presId="urn:microsoft.com/office/officeart/2018/2/layout/IconCircleList"/>
    <dgm:cxn modelId="{E1C37098-9DFA-4757-AA68-5294E7AEAC08}" type="presParOf" srcId="{652D7FE4-C330-4C57-AFEF-E0824F84D1A3}" destId="{182930D0-E934-4E1E-9D7F-F7A2FECE3312}" srcOrd="0" destOrd="0" presId="urn:microsoft.com/office/officeart/2018/2/layout/IconCircleList"/>
    <dgm:cxn modelId="{87878C58-3FCC-4BB0-9108-55EDECBE2D1D}" type="presParOf" srcId="{652D7FE4-C330-4C57-AFEF-E0824F84D1A3}" destId="{83BA3251-B07F-4211-B4B6-A98127F56F2A}" srcOrd="1" destOrd="0" presId="urn:microsoft.com/office/officeart/2018/2/layout/IconCircleList"/>
    <dgm:cxn modelId="{CC7D0392-75D1-4C7A-B77B-C13B61324A5F}" type="presParOf" srcId="{652D7FE4-C330-4C57-AFEF-E0824F84D1A3}" destId="{F51FE133-3331-40A2-A12B-AA735081D069}" srcOrd="2" destOrd="0" presId="urn:microsoft.com/office/officeart/2018/2/layout/IconCircleList"/>
    <dgm:cxn modelId="{10B9DDCA-6EAB-4387-BE29-B444420CAEAA}" type="presParOf" srcId="{652D7FE4-C330-4C57-AFEF-E0824F84D1A3}" destId="{5C34089E-C194-400B-9924-8A3C305D52C3}" srcOrd="3" destOrd="0" presId="urn:microsoft.com/office/officeart/2018/2/layout/IconCircleList"/>
    <dgm:cxn modelId="{23FD1A5B-FDFE-40FE-B74E-BA28960FDFCA}" type="presParOf" srcId="{BE791613-381D-45D0-B12D-1FC35EA7836F}" destId="{A04EABB7-17FB-4B76-A265-5410E1ADDF46}" srcOrd="3" destOrd="0" presId="urn:microsoft.com/office/officeart/2018/2/layout/IconCircleList"/>
    <dgm:cxn modelId="{122F5289-1D4F-4A08-B5E2-99B3DBC368DF}" type="presParOf" srcId="{BE791613-381D-45D0-B12D-1FC35EA7836F}" destId="{15BC41A7-63A6-43F5-ABDE-4D2CB425C39D}" srcOrd="4" destOrd="0" presId="urn:microsoft.com/office/officeart/2018/2/layout/IconCircleList"/>
    <dgm:cxn modelId="{7AC517B3-CD94-4C27-9958-686D361651C1}" type="presParOf" srcId="{15BC41A7-63A6-43F5-ABDE-4D2CB425C39D}" destId="{21375100-BC3C-4AC1-8129-70020A390BDD}" srcOrd="0" destOrd="0" presId="urn:microsoft.com/office/officeart/2018/2/layout/IconCircleList"/>
    <dgm:cxn modelId="{F78B3FE9-A0F3-4FB0-8D75-B811E69FCDA3}" type="presParOf" srcId="{15BC41A7-63A6-43F5-ABDE-4D2CB425C39D}" destId="{E15D1223-A7E4-40BC-B724-0EB9A29EA92A}" srcOrd="1" destOrd="0" presId="urn:microsoft.com/office/officeart/2018/2/layout/IconCircleList"/>
    <dgm:cxn modelId="{43A28123-CFC5-41A9-B10E-BDB395938155}" type="presParOf" srcId="{15BC41A7-63A6-43F5-ABDE-4D2CB425C39D}" destId="{5C0EE664-0916-4565-AB5F-9DD2EECD1E00}" srcOrd="2" destOrd="0" presId="urn:microsoft.com/office/officeart/2018/2/layout/IconCircleList"/>
    <dgm:cxn modelId="{CB1057E8-4946-4CEF-91E0-CF32231D0C7F}" type="presParOf" srcId="{15BC41A7-63A6-43F5-ABDE-4D2CB425C39D}" destId="{E412111D-1A02-45A9-892E-2B1E311194D9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C2843D1-81F8-4128-853A-01A357DF8197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196AF6C4-EBBF-4BAA-80AC-5CC6EF2BB79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Raw Data → SQL Cleaning</a:t>
          </a:r>
        </a:p>
      </dgm:t>
    </dgm:pt>
    <dgm:pt modelId="{30282D2D-596B-4BBE-BE44-0640972D722F}" type="parTrans" cxnId="{07195C9C-8B07-49C5-B8F5-868788B1D837}">
      <dgm:prSet/>
      <dgm:spPr/>
      <dgm:t>
        <a:bodyPr/>
        <a:lstStyle/>
        <a:p>
          <a:endParaRPr lang="en-US"/>
        </a:p>
      </dgm:t>
    </dgm:pt>
    <dgm:pt modelId="{4EA6316E-41A6-4B9E-A94A-1321F6493FE1}" type="sibTrans" cxnId="{07195C9C-8B07-49C5-B8F5-868788B1D837}">
      <dgm:prSet/>
      <dgm:spPr/>
      <dgm:t>
        <a:bodyPr/>
        <a:lstStyle/>
        <a:p>
          <a:endParaRPr lang="en-US"/>
        </a:p>
      </dgm:t>
    </dgm:pt>
    <dgm:pt modelId="{EBC9C94D-4800-410D-B03C-1C56E62BE62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KPI Calculation &amp; Churn Analysis</a:t>
          </a:r>
        </a:p>
      </dgm:t>
    </dgm:pt>
    <dgm:pt modelId="{5693DD3F-8682-481E-9C7E-634EE0F82B8A}" type="parTrans" cxnId="{1B8E9ACE-2FB3-48F4-8FEC-20C8D06190FB}">
      <dgm:prSet/>
      <dgm:spPr/>
      <dgm:t>
        <a:bodyPr/>
        <a:lstStyle/>
        <a:p>
          <a:endParaRPr lang="en-US"/>
        </a:p>
      </dgm:t>
    </dgm:pt>
    <dgm:pt modelId="{535C70E2-E84C-448A-B59C-EDEBEADFEC46}" type="sibTrans" cxnId="{1B8E9ACE-2FB3-48F4-8FEC-20C8D06190FB}">
      <dgm:prSet/>
      <dgm:spPr/>
      <dgm:t>
        <a:bodyPr/>
        <a:lstStyle/>
        <a:p>
          <a:endParaRPr lang="en-US"/>
        </a:p>
      </dgm:t>
    </dgm:pt>
    <dgm:pt modelId="{52E6736A-C525-4013-8308-729718F3C62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Python EDA &amp; Feature Engineering</a:t>
          </a:r>
        </a:p>
      </dgm:t>
    </dgm:pt>
    <dgm:pt modelId="{D2974DF4-E0A3-4B36-BB49-AEB981DE1784}" type="parTrans" cxnId="{68FF4554-31D2-4C95-A83A-54463E3C2633}">
      <dgm:prSet/>
      <dgm:spPr/>
      <dgm:t>
        <a:bodyPr/>
        <a:lstStyle/>
        <a:p>
          <a:endParaRPr lang="en-US"/>
        </a:p>
      </dgm:t>
    </dgm:pt>
    <dgm:pt modelId="{FA8C65B0-A7B3-4E4F-9883-F4377FA51460}" type="sibTrans" cxnId="{68FF4554-31D2-4C95-A83A-54463E3C2633}">
      <dgm:prSet/>
      <dgm:spPr/>
      <dgm:t>
        <a:bodyPr/>
        <a:lstStyle/>
        <a:p>
          <a:endParaRPr lang="en-US"/>
        </a:p>
      </dgm:t>
    </dgm:pt>
    <dgm:pt modelId="{266E6D24-8CA8-4089-AE16-BB423856088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Power BI Dashboard</a:t>
          </a:r>
        </a:p>
      </dgm:t>
    </dgm:pt>
    <dgm:pt modelId="{E786A496-A83B-4006-A236-0CC7ADE744E6}" type="parTrans" cxnId="{A03159FF-AAF0-4C73-9489-54DF87115BE3}">
      <dgm:prSet/>
      <dgm:spPr/>
      <dgm:t>
        <a:bodyPr/>
        <a:lstStyle/>
        <a:p>
          <a:endParaRPr lang="en-US"/>
        </a:p>
      </dgm:t>
    </dgm:pt>
    <dgm:pt modelId="{C4FFB044-1B58-4EF9-8B0F-390BC85087A6}" type="sibTrans" cxnId="{A03159FF-AAF0-4C73-9489-54DF87115BE3}">
      <dgm:prSet/>
      <dgm:spPr/>
      <dgm:t>
        <a:bodyPr/>
        <a:lstStyle/>
        <a:p>
          <a:endParaRPr lang="en-US"/>
        </a:p>
      </dgm:t>
    </dgm:pt>
    <dgm:pt modelId="{2B36D31B-87F0-4A43-9D2A-FE865D1DBFE4}" type="pres">
      <dgm:prSet presAssocID="{9C2843D1-81F8-4128-853A-01A357DF8197}" presName="root" presStyleCnt="0">
        <dgm:presLayoutVars>
          <dgm:dir/>
          <dgm:resizeHandles val="exact"/>
        </dgm:presLayoutVars>
      </dgm:prSet>
      <dgm:spPr/>
    </dgm:pt>
    <dgm:pt modelId="{79F96A39-3AD3-4B6C-BCED-01223C240636}" type="pres">
      <dgm:prSet presAssocID="{196AF6C4-EBBF-4BAA-80AC-5CC6EF2BB79B}" presName="compNode" presStyleCnt="0"/>
      <dgm:spPr/>
    </dgm:pt>
    <dgm:pt modelId="{07B43044-6E1B-4E96-AE2E-1BD46F8949FC}" type="pres">
      <dgm:prSet presAssocID="{196AF6C4-EBBF-4BAA-80AC-5CC6EF2BB79B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EB680089-D175-4288-AAB4-14DCEEEE63C7}" type="pres">
      <dgm:prSet presAssocID="{196AF6C4-EBBF-4BAA-80AC-5CC6EF2BB79B}" presName="spaceRect" presStyleCnt="0"/>
      <dgm:spPr/>
    </dgm:pt>
    <dgm:pt modelId="{7C06C60E-374C-49C4-82E3-E922A82BB148}" type="pres">
      <dgm:prSet presAssocID="{196AF6C4-EBBF-4BAA-80AC-5CC6EF2BB79B}" presName="textRect" presStyleLbl="revTx" presStyleIdx="0" presStyleCnt="4">
        <dgm:presLayoutVars>
          <dgm:chMax val="1"/>
          <dgm:chPref val="1"/>
        </dgm:presLayoutVars>
      </dgm:prSet>
      <dgm:spPr/>
    </dgm:pt>
    <dgm:pt modelId="{70CBB9A6-12F6-45D9-B34C-E279E8EA4BA5}" type="pres">
      <dgm:prSet presAssocID="{4EA6316E-41A6-4B9E-A94A-1321F6493FE1}" presName="sibTrans" presStyleCnt="0"/>
      <dgm:spPr/>
    </dgm:pt>
    <dgm:pt modelId="{F2184E3C-7CF9-4E4E-A0FE-FBABD5D382D9}" type="pres">
      <dgm:prSet presAssocID="{EBC9C94D-4800-410D-B03C-1C56E62BE624}" presName="compNode" presStyleCnt="0"/>
      <dgm:spPr/>
    </dgm:pt>
    <dgm:pt modelId="{1E9D52BA-F879-4330-A944-892E4F49E1A4}" type="pres">
      <dgm:prSet presAssocID="{EBC9C94D-4800-410D-B03C-1C56E62BE624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3F1856F3-C3E7-46DE-86CD-0818E3D59031}" type="pres">
      <dgm:prSet presAssocID="{EBC9C94D-4800-410D-B03C-1C56E62BE624}" presName="spaceRect" presStyleCnt="0"/>
      <dgm:spPr/>
    </dgm:pt>
    <dgm:pt modelId="{40CF98C3-967A-4D6B-8594-920EB3E344FB}" type="pres">
      <dgm:prSet presAssocID="{EBC9C94D-4800-410D-B03C-1C56E62BE624}" presName="textRect" presStyleLbl="revTx" presStyleIdx="1" presStyleCnt="4">
        <dgm:presLayoutVars>
          <dgm:chMax val="1"/>
          <dgm:chPref val="1"/>
        </dgm:presLayoutVars>
      </dgm:prSet>
      <dgm:spPr/>
    </dgm:pt>
    <dgm:pt modelId="{5B98768C-0C07-4A3D-89A4-75B63D9E8104}" type="pres">
      <dgm:prSet presAssocID="{535C70E2-E84C-448A-B59C-EDEBEADFEC46}" presName="sibTrans" presStyleCnt="0"/>
      <dgm:spPr/>
    </dgm:pt>
    <dgm:pt modelId="{76AF7B12-4B38-4401-A420-2EC8D9C6D9D8}" type="pres">
      <dgm:prSet presAssocID="{52E6736A-C525-4013-8308-729718F3C627}" presName="compNode" presStyleCnt="0"/>
      <dgm:spPr/>
    </dgm:pt>
    <dgm:pt modelId="{10E6B00A-95E0-4FD1-9F1A-8995D9F0C480}" type="pres">
      <dgm:prSet presAssocID="{52E6736A-C525-4013-8308-729718F3C627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22123C72-D926-4026-9C21-28D0BB3A3C6F}" type="pres">
      <dgm:prSet presAssocID="{52E6736A-C525-4013-8308-729718F3C627}" presName="spaceRect" presStyleCnt="0"/>
      <dgm:spPr/>
    </dgm:pt>
    <dgm:pt modelId="{87EAC69A-4100-40D8-8289-9979BAED7330}" type="pres">
      <dgm:prSet presAssocID="{52E6736A-C525-4013-8308-729718F3C627}" presName="textRect" presStyleLbl="revTx" presStyleIdx="2" presStyleCnt="4">
        <dgm:presLayoutVars>
          <dgm:chMax val="1"/>
          <dgm:chPref val="1"/>
        </dgm:presLayoutVars>
      </dgm:prSet>
      <dgm:spPr/>
    </dgm:pt>
    <dgm:pt modelId="{6C3C439A-4449-47E2-A0A8-6A2B08A91895}" type="pres">
      <dgm:prSet presAssocID="{FA8C65B0-A7B3-4E4F-9883-F4377FA51460}" presName="sibTrans" presStyleCnt="0"/>
      <dgm:spPr/>
    </dgm:pt>
    <dgm:pt modelId="{9792B073-AA35-41E4-9F41-627C117593D6}" type="pres">
      <dgm:prSet presAssocID="{266E6D24-8CA8-4089-AE16-BB423856088A}" presName="compNode" presStyleCnt="0"/>
      <dgm:spPr/>
    </dgm:pt>
    <dgm:pt modelId="{8A5B8D1B-98E3-4CE2-8527-6008DC50C23D}" type="pres">
      <dgm:prSet presAssocID="{266E6D24-8CA8-4089-AE16-BB423856088A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auge"/>
        </a:ext>
      </dgm:extLst>
    </dgm:pt>
    <dgm:pt modelId="{2F616AB4-59D8-4EFB-BB24-2A7FC5CAF3A2}" type="pres">
      <dgm:prSet presAssocID="{266E6D24-8CA8-4089-AE16-BB423856088A}" presName="spaceRect" presStyleCnt="0"/>
      <dgm:spPr/>
    </dgm:pt>
    <dgm:pt modelId="{920602A8-38BC-4EE6-A857-65244CEC3DC9}" type="pres">
      <dgm:prSet presAssocID="{266E6D24-8CA8-4089-AE16-BB423856088A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6E97B72D-F651-4F9E-8CF6-8309700378FE}" type="presOf" srcId="{52E6736A-C525-4013-8308-729718F3C627}" destId="{87EAC69A-4100-40D8-8289-9979BAED7330}" srcOrd="0" destOrd="0" presId="urn:microsoft.com/office/officeart/2018/2/layout/IconLabelList"/>
    <dgm:cxn modelId="{B8C33732-7781-46A0-A267-2222481E095C}" type="presOf" srcId="{EBC9C94D-4800-410D-B03C-1C56E62BE624}" destId="{40CF98C3-967A-4D6B-8594-920EB3E344FB}" srcOrd="0" destOrd="0" presId="urn:microsoft.com/office/officeart/2018/2/layout/IconLabelList"/>
    <dgm:cxn modelId="{A9002968-6582-4908-9B67-18F3247FDAAC}" type="presOf" srcId="{9C2843D1-81F8-4128-853A-01A357DF8197}" destId="{2B36D31B-87F0-4A43-9D2A-FE865D1DBFE4}" srcOrd="0" destOrd="0" presId="urn:microsoft.com/office/officeart/2018/2/layout/IconLabelList"/>
    <dgm:cxn modelId="{68FF4554-31D2-4C95-A83A-54463E3C2633}" srcId="{9C2843D1-81F8-4128-853A-01A357DF8197}" destId="{52E6736A-C525-4013-8308-729718F3C627}" srcOrd="2" destOrd="0" parTransId="{D2974DF4-E0A3-4B36-BB49-AEB981DE1784}" sibTransId="{FA8C65B0-A7B3-4E4F-9883-F4377FA51460}"/>
    <dgm:cxn modelId="{5CD0D880-8E61-4076-A77A-6F64315CEEA8}" type="presOf" srcId="{196AF6C4-EBBF-4BAA-80AC-5CC6EF2BB79B}" destId="{7C06C60E-374C-49C4-82E3-E922A82BB148}" srcOrd="0" destOrd="0" presId="urn:microsoft.com/office/officeart/2018/2/layout/IconLabelList"/>
    <dgm:cxn modelId="{07195C9C-8B07-49C5-B8F5-868788B1D837}" srcId="{9C2843D1-81F8-4128-853A-01A357DF8197}" destId="{196AF6C4-EBBF-4BAA-80AC-5CC6EF2BB79B}" srcOrd="0" destOrd="0" parTransId="{30282D2D-596B-4BBE-BE44-0640972D722F}" sibTransId="{4EA6316E-41A6-4B9E-A94A-1321F6493FE1}"/>
    <dgm:cxn modelId="{1B8E9ACE-2FB3-48F4-8FEC-20C8D06190FB}" srcId="{9C2843D1-81F8-4128-853A-01A357DF8197}" destId="{EBC9C94D-4800-410D-B03C-1C56E62BE624}" srcOrd="1" destOrd="0" parTransId="{5693DD3F-8682-481E-9C7E-634EE0F82B8A}" sibTransId="{535C70E2-E84C-448A-B59C-EDEBEADFEC46}"/>
    <dgm:cxn modelId="{8FD6B4F3-2D22-4DDC-9482-53CCF4A9249D}" type="presOf" srcId="{266E6D24-8CA8-4089-AE16-BB423856088A}" destId="{920602A8-38BC-4EE6-A857-65244CEC3DC9}" srcOrd="0" destOrd="0" presId="urn:microsoft.com/office/officeart/2018/2/layout/IconLabelList"/>
    <dgm:cxn modelId="{A03159FF-AAF0-4C73-9489-54DF87115BE3}" srcId="{9C2843D1-81F8-4128-853A-01A357DF8197}" destId="{266E6D24-8CA8-4089-AE16-BB423856088A}" srcOrd="3" destOrd="0" parTransId="{E786A496-A83B-4006-A236-0CC7ADE744E6}" sibTransId="{C4FFB044-1B58-4EF9-8B0F-390BC85087A6}"/>
    <dgm:cxn modelId="{1B4B8F23-6076-4750-8BBD-8491B0321D72}" type="presParOf" srcId="{2B36D31B-87F0-4A43-9D2A-FE865D1DBFE4}" destId="{79F96A39-3AD3-4B6C-BCED-01223C240636}" srcOrd="0" destOrd="0" presId="urn:microsoft.com/office/officeart/2018/2/layout/IconLabelList"/>
    <dgm:cxn modelId="{BE613859-C038-4A0D-BFFD-55601FA60364}" type="presParOf" srcId="{79F96A39-3AD3-4B6C-BCED-01223C240636}" destId="{07B43044-6E1B-4E96-AE2E-1BD46F8949FC}" srcOrd="0" destOrd="0" presId="urn:microsoft.com/office/officeart/2018/2/layout/IconLabelList"/>
    <dgm:cxn modelId="{2EAE1D47-D525-498F-AEF7-E228FC5DC6DF}" type="presParOf" srcId="{79F96A39-3AD3-4B6C-BCED-01223C240636}" destId="{EB680089-D175-4288-AAB4-14DCEEEE63C7}" srcOrd="1" destOrd="0" presId="urn:microsoft.com/office/officeart/2018/2/layout/IconLabelList"/>
    <dgm:cxn modelId="{E6A77226-6CC5-4160-A233-CBBAB787A2F4}" type="presParOf" srcId="{79F96A39-3AD3-4B6C-BCED-01223C240636}" destId="{7C06C60E-374C-49C4-82E3-E922A82BB148}" srcOrd="2" destOrd="0" presId="urn:microsoft.com/office/officeart/2018/2/layout/IconLabelList"/>
    <dgm:cxn modelId="{CAB7A1BA-E420-4388-9EDB-76E0A0C23C22}" type="presParOf" srcId="{2B36D31B-87F0-4A43-9D2A-FE865D1DBFE4}" destId="{70CBB9A6-12F6-45D9-B34C-E279E8EA4BA5}" srcOrd="1" destOrd="0" presId="urn:microsoft.com/office/officeart/2018/2/layout/IconLabelList"/>
    <dgm:cxn modelId="{F9C61713-2F56-46F7-AB6B-13D97391CF41}" type="presParOf" srcId="{2B36D31B-87F0-4A43-9D2A-FE865D1DBFE4}" destId="{F2184E3C-7CF9-4E4E-A0FE-FBABD5D382D9}" srcOrd="2" destOrd="0" presId="urn:microsoft.com/office/officeart/2018/2/layout/IconLabelList"/>
    <dgm:cxn modelId="{AAC4D14A-1BE7-47D8-ADCC-AC4A0A77A4E8}" type="presParOf" srcId="{F2184E3C-7CF9-4E4E-A0FE-FBABD5D382D9}" destId="{1E9D52BA-F879-4330-A944-892E4F49E1A4}" srcOrd="0" destOrd="0" presId="urn:microsoft.com/office/officeart/2018/2/layout/IconLabelList"/>
    <dgm:cxn modelId="{B243B3CD-11AF-45F0-B9E7-7579D3AD9E66}" type="presParOf" srcId="{F2184E3C-7CF9-4E4E-A0FE-FBABD5D382D9}" destId="{3F1856F3-C3E7-46DE-86CD-0818E3D59031}" srcOrd="1" destOrd="0" presId="urn:microsoft.com/office/officeart/2018/2/layout/IconLabelList"/>
    <dgm:cxn modelId="{E099BD48-7726-41FF-A0F9-FF30D124DB59}" type="presParOf" srcId="{F2184E3C-7CF9-4E4E-A0FE-FBABD5D382D9}" destId="{40CF98C3-967A-4D6B-8594-920EB3E344FB}" srcOrd="2" destOrd="0" presId="urn:microsoft.com/office/officeart/2018/2/layout/IconLabelList"/>
    <dgm:cxn modelId="{9C77E241-B8AC-4E3C-8C2B-98D852E37496}" type="presParOf" srcId="{2B36D31B-87F0-4A43-9D2A-FE865D1DBFE4}" destId="{5B98768C-0C07-4A3D-89A4-75B63D9E8104}" srcOrd="3" destOrd="0" presId="urn:microsoft.com/office/officeart/2018/2/layout/IconLabelList"/>
    <dgm:cxn modelId="{E447FE9F-2C31-48D3-818A-783AF8474D9E}" type="presParOf" srcId="{2B36D31B-87F0-4A43-9D2A-FE865D1DBFE4}" destId="{76AF7B12-4B38-4401-A420-2EC8D9C6D9D8}" srcOrd="4" destOrd="0" presId="urn:microsoft.com/office/officeart/2018/2/layout/IconLabelList"/>
    <dgm:cxn modelId="{D8E2012E-19F1-4BB5-8372-7F676CC1E1EB}" type="presParOf" srcId="{76AF7B12-4B38-4401-A420-2EC8D9C6D9D8}" destId="{10E6B00A-95E0-4FD1-9F1A-8995D9F0C480}" srcOrd="0" destOrd="0" presId="urn:microsoft.com/office/officeart/2018/2/layout/IconLabelList"/>
    <dgm:cxn modelId="{AB6AB08A-C258-413D-9922-8691C7169F8F}" type="presParOf" srcId="{76AF7B12-4B38-4401-A420-2EC8D9C6D9D8}" destId="{22123C72-D926-4026-9C21-28D0BB3A3C6F}" srcOrd="1" destOrd="0" presId="urn:microsoft.com/office/officeart/2018/2/layout/IconLabelList"/>
    <dgm:cxn modelId="{10C402CC-7AA3-4CE9-8DF6-2F789584C50B}" type="presParOf" srcId="{76AF7B12-4B38-4401-A420-2EC8D9C6D9D8}" destId="{87EAC69A-4100-40D8-8289-9979BAED7330}" srcOrd="2" destOrd="0" presId="urn:microsoft.com/office/officeart/2018/2/layout/IconLabelList"/>
    <dgm:cxn modelId="{54C070BF-3BC3-4A9B-9F90-134E4142E0AF}" type="presParOf" srcId="{2B36D31B-87F0-4A43-9D2A-FE865D1DBFE4}" destId="{6C3C439A-4449-47E2-A0A8-6A2B08A91895}" srcOrd="5" destOrd="0" presId="urn:microsoft.com/office/officeart/2018/2/layout/IconLabelList"/>
    <dgm:cxn modelId="{C6F3508E-87F4-49D8-8009-5C45C8C9A91B}" type="presParOf" srcId="{2B36D31B-87F0-4A43-9D2A-FE865D1DBFE4}" destId="{9792B073-AA35-41E4-9F41-627C117593D6}" srcOrd="6" destOrd="0" presId="urn:microsoft.com/office/officeart/2018/2/layout/IconLabelList"/>
    <dgm:cxn modelId="{0003B923-22EB-4F65-BC24-DD2AF55B5313}" type="presParOf" srcId="{9792B073-AA35-41E4-9F41-627C117593D6}" destId="{8A5B8D1B-98E3-4CE2-8527-6008DC50C23D}" srcOrd="0" destOrd="0" presId="urn:microsoft.com/office/officeart/2018/2/layout/IconLabelList"/>
    <dgm:cxn modelId="{EADC0A25-4E67-4D53-A98B-64FEC66EB61C}" type="presParOf" srcId="{9792B073-AA35-41E4-9F41-627C117593D6}" destId="{2F616AB4-59D8-4EFB-BB24-2A7FC5CAF3A2}" srcOrd="1" destOrd="0" presId="urn:microsoft.com/office/officeart/2018/2/layout/IconLabelList"/>
    <dgm:cxn modelId="{BD96944F-7C2E-48D6-A3CC-868F47E682C7}" type="presParOf" srcId="{9792B073-AA35-41E4-9F41-627C117593D6}" destId="{920602A8-38BC-4EE6-A857-65244CEC3DC9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B3574F4-8901-4EF6-982E-B15CB7435DF8}" type="doc">
      <dgm:prSet loTypeId="urn:microsoft.com/office/officeart/2005/8/layout/hierarchy1" loCatId="hierarchy" qsTypeId="urn:microsoft.com/office/officeart/2005/8/quickstyle/simple4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8E530EB1-7C07-4DA0-BB0F-A64ADDE92E3A}">
      <dgm:prSet/>
      <dgm:spPr/>
      <dgm:t>
        <a:bodyPr/>
        <a:lstStyle/>
        <a:p>
          <a:r>
            <a:rPr lang="en-US"/>
            <a:t>Churn Rate: 26.5%</a:t>
          </a:r>
        </a:p>
      </dgm:t>
    </dgm:pt>
    <dgm:pt modelId="{CC2F0B61-6ACA-4B2E-B7DC-68E59E56D2FD}" type="parTrans" cxnId="{BF639E7D-6F73-4278-9726-34A5C5B12836}">
      <dgm:prSet/>
      <dgm:spPr/>
      <dgm:t>
        <a:bodyPr/>
        <a:lstStyle/>
        <a:p>
          <a:endParaRPr lang="en-US"/>
        </a:p>
      </dgm:t>
    </dgm:pt>
    <dgm:pt modelId="{454C1F31-9CE7-4168-818A-E2BCB9CD8652}" type="sibTrans" cxnId="{BF639E7D-6F73-4278-9726-34A5C5B12836}">
      <dgm:prSet/>
      <dgm:spPr/>
      <dgm:t>
        <a:bodyPr/>
        <a:lstStyle/>
        <a:p>
          <a:endParaRPr lang="en-US"/>
        </a:p>
      </dgm:t>
    </dgm:pt>
    <dgm:pt modelId="{A1789680-7745-4E89-AC15-E3D02D7CE24A}">
      <dgm:prSet/>
      <dgm:spPr/>
      <dgm:t>
        <a:bodyPr/>
        <a:lstStyle/>
        <a:p>
          <a:r>
            <a:rPr lang="en-US"/>
            <a:t>Retention Rate: 73.5%</a:t>
          </a:r>
        </a:p>
      </dgm:t>
    </dgm:pt>
    <dgm:pt modelId="{8B0C70A9-CDC8-4329-9726-2ADFFD57AC1C}" type="parTrans" cxnId="{D365EA7C-F082-418E-B19F-23B86E846888}">
      <dgm:prSet/>
      <dgm:spPr/>
      <dgm:t>
        <a:bodyPr/>
        <a:lstStyle/>
        <a:p>
          <a:endParaRPr lang="en-US"/>
        </a:p>
      </dgm:t>
    </dgm:pt>
    <dgm:pt modelId="{239F4B2D-E97E-4FAC-8628-5C814617B274}" type="sibTrans" cxnId="{D365EA7C-F082-418E-B19F-23B86E846888}">
      <dgm:prSet/>
      <dgm:spPr/>
      <dgm:t>
        <a:bodyPr/>
        <a:lstStyle/>
        <a:p>
          <a:endParaRPr lang="en-US"/>
        </a:p>
      </dgm:t>
    </dgm:pt>
    <dgm:pt modelId="{F7F66739-59F4-4FAC-BE07-2D40D6AEDFCF}">
      <dgm:prSet/>
      <dgm:spPr/>
      <dgm:t>
        <a:bodyPr/>
        <a:lstStyle/>
        <a:p>
          <a:r>
            <a:rPr lang="en-US"/>
            <a:t>Total Revenue: 16M+</a:t>
          </a:r>
        </a:p>
      </dgm:t>
    </dgm:pt>
    <dgm:pt modelId="{7392BCF7-6905-4FD3-A28C-241341D96345}" type="parTrans" cxnId="{04D18CB6-9C2E-4785-83DB-B26926A4C9B3}">
      <dgm:prSet/>
      <dgm:spPr/>
      <dgm:t>
        <a:bodyPr/>
        <a:lstStyle/>
        <a:p>
          <a:endParaRPr lang="en-US"/>
        </a:p>
      </dgm:t>
    </dgm:pt>
    <dgm:pt modelId="{DE38918F-328F-40F9-95D8-7E51C358E1F1}" type="sibTrans" cxnId="{04D18CB6-9C2E-4785-83DB-B26926A4C9B3}">
      <dgm:prSet/>
      <dgm:spPr/>
      <dgm:t>
        <a:bodyPr/>
        <a:lstStyle/>
        <a:p>
          <a:endParaRPr lang="en-US"/>
        </a:p>
      </dgm:t>
    </dgm:pt>
    <dgm:pt modelId="{65213A79-06C3-482D-9368-11E8878A1A29}">
      <dgm:prSet/>
      <dgm:spPr/>
      <dgm:t>
        <a:bodyPr/>
        <a:lstStyle/>
        <a:p>
          <a:r>
            <a:rPr lang="en-US"/>
            <a:t>ARPU: 64.76</a:t>
          </a:r>
        </a:p>
      </dgm:t>
    </dgm:pt>
    <dgm:pt modelId="{C5F7CCE9-0964-422F-8C34-F7B40344617B}" type="parTrans" cxnId="{946430CB-7DA8-436F-B78C-2658A4C9C201}">
      <dgm:prSet/>
      <dgm:spPr/>
      <dgm:t>
        <a:bodyPr/>
        <a:lstStyle/>
        <a:p>
          <a:endParaRPr lang="en-US"/>
        </a:p>
      </dgm:t>
    </dgm:pt>
    <dgm:pt modelId="{886872E4-9715-41FA-A937-AACD17142E66}" type="sibTrans" cxnId="{946430CB-7DA8-436F-B78C-2658A4C9C201}">
      <dgm:prSet/>
      <dgm:spPr/>
      <dgm:t>
        <a:bodyPr/>
        <a:lstStyle/>
        <a:p>
          <a:endParaRPr lang="en-US"/>
        </a:p>
      </dgm:t>
    </dgm:pt>
    <dgm:pt modelId="{D2F7BB9A-42CE-467C-A9D8-85561D8618B6}" type="pres">
      <dgm:prSet presAssocID="{7B3574F4-8901-4EF6-982E-B15CB7435DF8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B7E586F2-E20E-40C5-9EDF-F055959A84B4}" type="pres">
      <dgm:prSet presAssocID="{8E530EB1-7C07-4DA0-BB0F-A64ADDE92E3A}" presName="hierRoot1" presStyleCnt="0"/>
      <dgm:spPr/>
    </dgm:pt>
    <dgm:pt modelId="{7AAE75A9-1302-49FC-B1B5-6DCB484E1155}" type="pres">
      <dgm:prSet presAssocID="{8E530EB1-7C07-4DA0-BB0F-A64ADDE92E3A}" presName="composite" presStyleCnt="0"/>
      <dgm:spPr/>
    </dgm:pt>
    <dgm:pt modelId="{954EBD1E-DF4B-46A3-94DE-9A85AB446847}" type="pres">
      <dgm:prSet presAssocID="{8E530EB1-7C07-4DA0-BB0F-A64ADDE92E3A}" presName="background" presStyleLbl="node0" presStyleIdx="0" presStyleCnt="4"/>
      <dgm:spPr/>
    </dgm:pt>
    <dgm:pt modelId="{E95B0EDB-329F-4FF2-902F-C8DB452347EC}" type="pres">
      <dgm:prSet presAssocID="{8E530EB1-7C07-4DA0-BB0F-A64ADDE92E3A}" presName="text" presStyleLbl="fgAcc0" presStyleIdx="0" presStyleCnt="4">
        <dgm:presLayoutVars>
          <dgm:chPref val="3"/>
        </dgm:presLayoutVars>
      </dgm:prSet>
      <dgm:spPr/>
    </dgm:pt>
    <dgm:pt modelId="{FB13206D-CDFE-40E1-B2BC-B44BDA7C6D56}" type="pres">
      <dgm:prSet presAssocID="{8E530EB1-7C07-4DA0-BB0F-A64ADDE92E3A}" presName="hierChild2" presStyleCnt="0"/>
      <dgm:spPr/>
    </dgm:pt>
    <dgm:pt modelId="{65757375-8215-4584-A924-1760AADD96E1}" type="pres">
      <dgm:prSet presAssocID="{A1789680-7745-4E89-AC15-E3D02D7CE24A}" presName="hierRoot1" presStyleCnt="0"/>
      <dgm:spPr/>
    </dgm:pt>
    <dgm:pt modelId="{65230E6A-1D65-4AF0-9375-E8076D9A8D46}" type="pres">
      <dgm:prSet presAssocID="{A1789680-7745-4E89-AC15-E3D02D7CE24A}" presName="composite" presStyleCnt="0"/>
      <dgm:spPr/>
    </dgm:pt>
    <dgm:pt modelId="{6CFEE4A4-2B60-4F1D-90E3-9B059913C6BB}" type="pres">
      <dgm:prSet presAssocID="{A1789680-7745-4E89-AC15-E3D02D7CE24A}" presName="background" presStyleLbl="node0" presStyleIdx="1" presStyleCnt="4"/>
      <dgm:spPr/>
    </dgm:pt>
    <dgm:pt modelId="{6FAE0C15-38D6-42F1-BD64-1E9A94B69388}" type="pres">
      <dgm:prSet presAssocID="{A1789680-7745-4E89-AC15-E3D02D7CE24A}" presName="text" presStyleLbl="fgAcc0" presStyleIdx="1" presStyleCnt="4">
        <dgm:presLayoutVars>
          <dgm:chPref val="3"/>
        </dgm:presLayoutVars>
      </dgm:prSet>
      <dgm:spPr/>
    </dgm:pt>
    <dgm:pt modelId="{483B9615-8CAD-44B1-9FA9-CA7087AA0289}" type="pres">
      <dgm:prSet presAssocID="{A1789680-7745-4E89-AC15-E3D02D7CE24A}" presName="hierChild2" presStyleCnt="0"/>
      <dgm:spPr/>
    </dgm:pt>
    <dgm:pt modelId="{EB402758-FFDC-46D5-8F95-9AEA321A5CC2}" type="pres">
      <dgm:prSet presAssocID="{F7F66739-59F4-4FAC-BE07-2D40D6AEDFCF}" presName="hierRoot1" presStyleCnt="0"/>
      <dgm:spPr/>
    </dgm:pt>
    <dgm:pt modelId="{DF75FFC1-920B-48DD-A4C2-1C5E3DE77430}" type="pres">
      <dgm:prSet presAssocID="{F7F66739-59F4-4FAC-BE07-2D40D6AEDFCF}" presName="composite" presStyleCnt="0"/>
      <dgm:spPr/>
    </dgm:pt>
    <dgm:pt modelId="{14564CFA-DD38-4697-9368-3C1E8BFCD4C3}" type="pres">
      <dgm:prSet presAssocID="{F7F66739-59F4-4FAC-BE07-2D40D6AEDFCF}" presName="background" presStyleLbl="node0" presStyleIdx="2" presStyleCnt="4"/>
      <dgm:spPr/>
    </dgm:pt>
    <dgm:pt modelId="{B06FD0EC-F353-4523-A0C1-AE1F30F8B482}" type="pres">
      <dgm:prSet presAssocID="{F7F66739-59F4-4FAC-BE07-2D40D6AEDFCF}" presName="text" presStyleLbl="fgAcc0" presStyleIdx="2" presStyleCnt="4">
        <dgm:presLayoutVars>
          <dgm:chPref val="3"/>
        </dgm:presLayoutVars>
      </dgm:prSet>
      <dgm:spPr/>
    </dgm:pt>
    <dgm:pt modelId="{8396C366-180F-44AF-970D-14F35B64057E}" type="pres">
      <dgm:prSet presAssocID="{F7F66739-59F4-4FAC-BE07-2D40D6AEDFCF}" presName="hierChild2" presStyleCnt="0"/>
      <dgm:spPr/>
    </dgm:pt>
    <dgm:pt modelId="{319C6EBC-66EB-4868-8C31-921E0BF7D1EF}" type="pres">
      <dgm:prSet presAssocID="{65213A79-06C3-482D-9368-11E8878A1A29}" presName="hierRoot1" presStyleCnt="0"/>
      <dgm:spPr/>
    </dgm:pt>
    <dgm:pt modelId="{9A892841-1591-4CE4-946A-27DD28B6103F}" type="pres">
      <dgm:prSet presAssocID="{65213A79-06C3-482D-9368-11E8878A1A29}" presName="composite" presStyleCnt="0"/>
      <dgm:spPr/>
    </dgm:pt>
    <dgm:pt modelId="{0A9CD722-232E-4799-BA3C-165E55712806}" type="pres">
      <dgm:prSet presAssocID="{65213A79-06C3-482D-9368-11E8878A1A29}" presName="background" presStyleLbl="node0" presStyleIdx="3" presStyleCnt="4"/>
      <dgm:spPr/>
    </dgm:pt>
    <dgm:pt modelId="{091E29EB-7184-4C9D-9569-63AE26B97800}" type="pres">
      <dgm:prSet presAssocID="{65213A79-06C3-482D-9368-11E8878A1A29}" presName="text" presStyleLbl="fgAcc0" presStyleIdx="3" presStyleCnt="4">
        <dgm:presLayoutVars>
          <dgm:chPref val="3"/>
        </dgm:presLayoutVars>
      </dgm:prSet>
      <dgm:spPr/>
    </dgm:pt>
    <dgm:pt modelId="{8E9CEB59-5ADC-4799-895B-D92DAD704DA2}" type="pres">
      <dgm:prSet presAssocID="{65213A79-06C3-482D-9368-11E8878A1A29}" presName="hierChild2" presStyleCnt="0"/>
      <dgm:spPr/>
    </dgm:pt>
  </dgm:ptLst>
  <dgm:cxnLst>
    <dgm:cxn modelId="{F4DF6718-BC14-4F2B-83EE-F8AE54D4CD63}" type="presOf" srcId="{A1789680-7745-4E89-AC15-E3D02D7CE24A}" destId="{6FAE0C15-38D6-42F1-BD64-1E9A94B69388}" srcOrd="0" destOrd="0" presId="urn:microsoft.com/office/officeart/2005/8/layout/hierarchy1"/>
    <dgm:cxn modelId="{CA863436-4181-42DC-89A5-C9CAECB90821}" type="presOf" srcId="{F7F66739-59F4-4FAC-BE07-2D40D6AEDFCF}" destId="{B06FD0EC-F353-4523-A0C1-AE1F30F8B482}" srcOrd="0" destOrd="0" presId="urn:microsoft.com/office/officeart/2005/8/layout/hierarchy1"/>
    <dgm:cxn modelId="{FE0CEC60-E730-451A-9D15-6A470D113065}" type="presOf" srcId="{7B3574F4-8901-4EF6-982E-B15CB7435DF8}" destId="{D2F7BB9A-42CE-467C-A9D8-85561D8618B6}" srcOrd="0" destOrd="0" presId="urn:microsoft.com/office/officeart/2005/8/layout/hierarchy1"/>
    <dgm:cxn modelId="{D365EA7C-F082-418E-B19F-23B86E846888}" srcId="{7B3574F4-8901-4EF6-982E-B15CB7435DF8}" destId="{A1789680-7745-4E89-AC15-E3D02D7CE24A}" srcOrd="1" destOrd="0" parTransId="{8B0C70A9-CDC8-4329-9726-2ADFFD57AC1C}" sibTransId="{239F4B2D-E97E-4FAC-8628-5C814617B274}"/>
    <dgm:cxn modelId="{BF639E7D-6F73-4278-9726-34A5C5B12836}" srcId="{7B3574F4-8901-4EF6-982E-B15CB7435DF8}" destId="{8E530EB1-7C07-4DA0-BB0F-A64ADDE92E3A}" srcOrd="0" destOrd="0" parTransId="{CC2F0B61-6ACA-4B2E-B7DC-68E59E56D2FD}" sibTransId="{454C1F31-9CE7-4168-818A-E2BCB9CD8652}"/>
    <dgm:cxn modelId="{04D18CB6-9C2E-4785-83DB-B26926A4C9B3}" srcId="{7B3574F4-8901-4EF6-982E-B15CB7435DF8}" destId="{F7F66739-59F4-4FAC-BE07-2D40D6AEDFCF}" srcOrd="2" destOrd="0" parTransId="{7392BCF7-6905-4FD3-A28C-241341D96345}" sibTransId="{DE38918F-328F-40F9-95D8-7E51C358E1F1}"/>
    <dgm:cxn modelId="{946430CB-7DA8-436F-B78C-2658A4C9C201}" srcId="{7B3574F4-8901-4EF6-982E-B15CB7435DF8}" destId="{65213A79-06C3-482D-9368-11E8878A1A29}" srcOrd="3" destOrd="0" parTransId="{C5F7CCE9-0964-422F-8C34-F7B40344617B}" sibTransId="{886872E4-9715-41FA-A937-AACD17142E66}"/>
    <dgm:cxn modelId="{5D937BCC-1BB8-4A4B-8B33-96BDEDE63BAD}" type="presOf" srcId="{65213A79-06C3-482D-9368-11E8878A1A29}" destId="{091E29EB-7184-4C9D-9569-63AE26B97800}" srcOrd="0" destOrd="0" presId="urn:microsoft.com/office/officeart/2005/8/layout/hierarchy1"/>
    <dgm:cxn modelId="{CE4CF0D0-96E3-472B-BAE1-C2E26A210EB3}" type="presOf" srcId="{8E530EB1-7C07-4DA0-BB0F-A64ADDE92E3A}" destId="{E95B0EDB-329F-4FF2-902F-C8DB452347EC}" srcOrd="0" destOrd="0" presId="urn:microsoft.com/office/officeart/2005/8/layout/hierarchy1"/>
    <dgm:cxn modelId="{F8D642EA-10E6-4D6C-AB2C-35B9BACE5193}" type="presParOf" srcId="{D2F7BB9A-42CE-467C-A9D8-85561D8618B6}" destId="{B7E586F2-E20E-40C5-9EDF-F055959A84B4}" srcOrd="0" destOrd="0" presId="urn:microsoft.com/office/officeart/2005/8/layout/hierarchy1"/>
    <dgm:cxn modelId="{9EBF08A6-9909-4B3D-B60A-CDE4ED51882D}" type="presParOf" srcId="{B7E586F2-E20E-40C5-9EDF-F055959A84B4}" destId="{7AAE75A9-1302-49FC-B1B5-6DCB484E1155}" srcOrd="0" destOrd="0" presId="urn:microsoft.com/office/officeart/2005/8/layout/hierarchy1"/>
    <dgm:cxn modelId="{54C4A3D6-AC8B-4751-8C36-21850E101B44}" type="presParOf" srcId="{7AAE75A9-1302-49FC-B1B5-6DCB484E1155}" destId="{954EBD1E-DF4B-46A3-94DE-9A85AB446847}" srcOrd="0" destOrd="0" presId="urn:microsoft.com/office/officeart/2005/8/layout/hierarchy1"/>
    <dgm:cxn modelId="{311534A4-2633-499B-9B0C-59F90072D5CD}" type="presParOf" srcId="{7AAE75A9-1302-49FC-B1B5-6DCB484E1155}" destId="{E95B0EDB-329F-4FF2-902F-C8DB452347EC}" srcOrd="1" destOrd="0" presId="urn:microsoft.com/office/officeart/2005/8/layout/hierarchy1"/>
    <dgm:cxn modelId="{3DDC430D-FD77-48EF-932B-08889EEE04A5}" type="presParOf" srcId="{B7E586F2-E20E-40C5-9EDF-F055959A84B4}" destId="{FB13206D-CDFE-40E1-B2BC-B44BDA7C6D56}" srcOrd="1" destOrd="0" presId="urn:microsoft.com/office/officeart/2005/8/layout/hierarchy1"/>
    <dgm:cxn modelId="{B573A4B9-4485-4C92-B2DE-CF7591165A67}" type="presParOf" srcId="{D2F7BB9A-42CE-467C-A9D8-85561D8618B6}" destId="{65757375-8215-4584-A924-1760AADD96E1}" srcOrd="1" destOrd="0" presId="urn:microsoft.com/office/officeart/2005/8/layout/hierarchy1"/>
    <dgm:cxn modelId="{BEB58820-F060-4C33-A36E-BEF3B47645A1}" type="presParOf" srcId="{65757375-8215-4584-A924-1760AADD96E1}" destId="{65230E6A-1D65-4AF0-9375-E8076D9A8D46}" srcOrd="0" destOrd="0" presId="urn:microsoft.com/office/officeart/2005/8/layout/hierarchy1"/>
    <dgm:cxn modelId="{D51C8FE8-67F4-4C8A-8F47-8042573A2A01}" type="presParOf" srcId="{65230E6A-1D65-4AF0-9375-E8076D9A8D46}" destId="{6CFEE4A4-2B60-4F1D-90E3-9B059913C6BB}" srcOrd="0" destOrd="0" presId="urn:microsoft.com/office/officeart/2005/8/layout/hierarchy1"/>
    <dgm:cxn modelId="{19D110FC-5EC3-452E-AE72-3D353B25A3BE}" type="presParOf" srcId="{65230E6A-1D65-4AF0-9375-E8076D9A8D46}" destId="{6FAE0C15-38D6-42F1-BD64-1E9A94B69388}" srcOrd="1" destOrd="0" presId="urn:microsoft.com/office/officeart/2005/8/layout/hierarchy1"/>
    <dgm:cxn modelId="{B1E1270D-26A2-4E61-8D3E-CB826005452A}" type="presParOf" srcId="{65757375-8215-4584-A924-1760AADD96E1}" destId="{483B9615-8CAD-44B1-9FA9-CA7087AA0289}" srcOrd="1" destOrd="0" presId="urn:microsoft.com/office/officeart/2005/8/layout/hierarchy1"/>
    <dgm:cxn modelId="{AD2371D3-5D56-46DF-89C0-93D6242420E0}" type="presParOf" srcId="{D2F7BB9A-42CE-467C-A9D8-85561D8618B6}" destId="{EB402758-FFDC-46D5-8F95-9AEA321A5CC2}" srcOrd="2" destOrd="0" presId="urn:microsoft.com/office/officeart/2005/8/layout/hierarchy1"/>
    <dgm:cxn modelId="{F67C803F-1806-4620-BE12-EFD2A097A189}" type="presParOf" srcId="{EB402758-FFDC-46D5-8F95-9AEA321A5CC2}" destId="{DF75FFC1-920B-48DD-A4C2-1C5E3DE77430}" srcOrd="0" destOrd="0" presId="urn:microsoft.com/office/officeart/2005/8/layout/hierarchy1"/>
    <dgm:cxn modelId="{8725CB7D-0AF2-4260-9349-7BDA0D8D49CA}" type="presParOf" srcId="{DF75FFC1-920B-48DD-A4C2-1C5E3DE77430}" destId="{14564CFA-DD38-4697-9368-3C1E8BFCD4C3}" srcOrd="0" destOrd="0" presId="urn:microsoft.com/office/officeart/2005/8/layout/hierarchy1"/>
    <dgm:cxn modelId="{207B7A76-4B64-494C-B77F-B939C40D0534}" type="presParOf" srcId="{DF75FFC1-920B-48DD-A4C2-1C5E3DE77430}" destId="{B06FD0EC-F353-4523-A0C1-AE1F30F8B482}" srcOrd="1" destOrd="0" presId="urn:microsoft.com/office/officeart/2005/8/layout/hierarchy1"/>
    <dgm:cxn modelId="{A301B6CD-482F-4D6B-AD2A-378FBA24CDE5}" type="presParOf" srcId="{EB402758-FFDC-46D5-8F95-9AEA321A5CC2}" destId="{8396C366-180F-44AF-970D-14F35B64057E}" srcOrd="1" destOrd="0" presId="urn:microsoft.com/office/officeart/2005/8/layout/hierarchy1"/>
    <dgm:cxn modelId="{49CF0AD6-9564-4660-A614-14DB3682FC88}" type="presParOf" srcId="{D2F7BB9A-42CE-467C-A9D8-85561D8618B6}" destId="{319C6EBC-66EB-4868-8C31-921E0BF7D1EF}" srcOrd="3" destOrd="0" presId="urn:microsoft.com/office/officeart/2005/8/layout/hierarchy1"/>
    <dgm:cxn modelId="{3F5BD27C-C89F-4F61-B0C8-94344514AE6B}" type="presParOf" srcId="{319C6EBC-66EB-4868-8C31-921E0BF7D1EF}" destId="{9A892841-1591-4CE4-946A-27DD28B6103F}" srcOrd="0" destOrd="0" presId="urn:microsoft.com/office/officeart/2005/8/layout/hierarchy1"/>
    <dgm:cxn modelId="{EE927456-88F6-4C11-BBA1-CE85D911E21F}" type="presParOf" srcId="{9A892841-1591-4CE4-946A-27DD28B6103F}" destId="{0A9CD722-232E-4799-BA3C-165E55712806}" srcOrd="0" destOrd="0" presId="urn:microsoft.com/office/officeart/2005/8/layout/hierarchy1"/>
    <dgm:cxn modelId="{8BCAAD25-C242-4164-B2E1-E6E18E994A4F}" type="presParOf" srcId="{9A892841-1591-4CE4-946A-27DD28B6103F}" destId="{091E29EB-7184-4C9D-9569-63AE26B97800}" srcOrd="1" destOrd="0" presId="urn:microsoft.com/office/officeart/2005/8/layout/hierarchy1"/>
    <dgm:cxn modelId="{97476AB4-3069-4381-B0C3-800D5CE8AD08}" type="presParOf" srcId="{319C6EBC-66EB-4868-8C31-921E0BF7D1EF}" destId="{8E9CEB59-5ADC-4799-895B-D92DAD704DA2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C61F1201-9E28-4AF7-B694-D6C2B98786CC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80B4D0C-4BE3-4FC8-B6F3-1581565A2AD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Month-to-month customers show </a:t>
          </a:r>
          <a:r>
            <a:rPr lang="en-US" b="1" dirty="0"/>
            <a:t>highest churn (~40%+)</a:t>
          </a:r>
          <a:endParaRPr lang="en-US" dirty="0"/>
        </a:p>
      </dgm:t>
    </dgm:pt>
    <dgm:pt modelId="{329C6B13-C736-4FC3-A67B-E821179492CC}" type="parTrans" cxnId="{9EB2BC1D-B10E-4395-AB7C-7F0A315AF470}">
      <dgm:prSet/>
      <dgm:spPr/>
      <dgm:t>
        <a:bodyPr/>
        <a:lstStyle/>
        <a:p>
          <a:endParaRPr lang="en-US"/>
        </a:p>
      </dgm:t>
    </dgm:pt>
    <dgm:pt modelId="{2C3FEB19-575B-4D8A-A829-FBA175DFAD55}" type="sibTrans" cxnId="{9EB2BC1D-B10E-4395-AB7C-7F0A315AF470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5C089634-288D-496E-A7A9-4FF23992BA3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New users (low tenure) are high risk</a:t>
          </a:r>
        </a:p>
      </dgm:t>
    </dgm:pt>
    <dgm:pt modelId="{2005D84D-113C-4733-BA10-E640F850B907}" type="parTrans" cxnId="{9DF77F68-4BB3-4DF2-BA3C-831CC922CE5A}">
      <dgm:prSet/>
      <dgm:spPr/>
      <dgm:t>
        <a:bodyPr/>
        <a:lstStyle/>
        <a:p>
          <a:endParaRPr lang="en-US"/>
        </a:p>
      </dgm:t>
    </dgm:pt>
    <dgm:pt modelId="{17B2D352-637C-49CB-BBA6-AA78958592AE}" type="sibTrans" cxnId="{9DF77F68-4BB3-4DF2-BA3C-831CC922CE5A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94B21FC4-2F0A-49A3-A7FE-FC56A6FD861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Electronic check users show higher churn</a:t>
          </a:r>
        </a:p>
      </dgm:t>
    </dgm:pt>
    <dgm:pt modelId="{3E055B33-8923-4DF0-BB00-C5621584EEE7}" type="parTrans" cxnId="{CCFBDE71-6C6C-4B6B-B23D-6B3A7E38A2A4}">
      <dgm:prSet/>
      <dgm:spPr/>
      <dgm:t>
        <a:bodyPr/>
        <a:lstStyle/>
        <a:p>
          <a:endParaRPr lang="en-US"/>
        </a:p>
      </dgm:t>
    </dgm:pt>
    <dgm:pt modelId="{E72CC832-043F-4C40-9A03-C508AE5FD266}" type="sibTrans" cxnId="{CCFBDE71-6C6C-4B6B-B23D-6B3A7E38A2A4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A948CEF3-3275-4111-BA9E-47E76040E08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Fiber optic users have higher churn</a:t>
          </a:r>
        </a:p>
      </dgm:t>
    </dgm:pt>
    <dgm:pt modelId="{9463587A-DB9D-427D-9300-75779EA36D1E}" type="parTrans" cxnId="{7512D886-99A2-4E8A-A89E-88099E27F139}">
      <dgm:prSet/>
      <dgm:spPr/>
      <dgm:t>
        <a:bodyPr/>
        <a:lstStyle/>
        <a:p>
          <a:endParaRPr lang="en-US"/>
        </a:p>
      </dgm:t>
    </dgm:pt>
    <dgm:pt modelId="{4D68B269-E9F7-4CF3-A9E8-8DDF0961D13D}" type="sibTrans" cxnId="{7512D886-99A2-4E8A-A89E-88099E27F139}">
      <dgm:prSet/>
      <dgm:spPr/>
      <dgm:t>
        <a:bodyPr/>
        <a:lstStyle/>
        <a:p>
          <a:endParaRPr lang="en-US"/>
        </a:p>
      </dgm:t>
    </dgm:pt>
    <dgm:pt modelId="{615253F6-93DE-42EB-AC59-98B382F465FD}" type="pres">
      <dgm:prSet presAssocID="{C61F1201-9E28-4AF7-B694-D6C2B98786CC}" presName="root" presStyleCnt="0">
        <dgm:presLayoutVars>
          <dgm:dir/>
          <dgm:resizeHandles val="exact"/>
        </dgm:presLayoutVars>
      </dgm:prSet>
      <dgm:spPr/>
    </dgm:pt>
    <dgm:pt modelId="{9E29A776-9100-4113-B5A5-AC017C1195F8}" type="pres">
      <dgm:prSet presAssocID="{C61F1201-9E28-4AF7-B694-D6C2B98786CC}" presName="container" presStyleCnt="0">
        <dgm:presLayoutVars>
          <dgm:dir/>
          <dgm:resizeHandles val="exact"/>
        </dgm:presLayoutVars>
      </dgm:prSet>
      <dgm:spPr/>
    </dgm:pt>
    <dgm:pt modelId="{C98F92A0-6A14-41CE-9665-C608F5FCF22D}" type="pres">
      <dgm:prSet presAssocID="{680B4D0C-4BE3-4FC8-B6F3-1581565A2ADC}" presName="compNode" presStyleCnt="0"/>
      <dgm:spPr/>
    </dgm:pt>
    <dgm:pt modelId="{CD3D60E0-EBB8-4100-B807-AA939242EC4A}" type="pres">
      <dgm:prSet presAssocID="{680B4D0C-4BE3-4FC8-B6F3-1581565A2ADC}" presName="iconBgRect" presStyleLbl="bgShp" presStyleIdx="0" presStyleCnt="4"/>
      <dgm:spPr/>
    </dgm:pt>
    <dgm:pt modelId="{FA8E3D6A-87B6-46EF-8B1E-E781F4E3AA35}" type="pres">
      <dgm:prSet presAssocID="{680B4D0C-4BE3-4FC8-B6F3-1581565A2ADC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ilter"/>
        </a:ext>
      </dgm:extLst>
    </dgm:pt>
    <dgm:pt modelId="{32066DA3-186D-4A1D-92A4-B72273F1E629}" type="pres">
      <dgm:prSet presAssocID="{680B4D0C-4BE3-4FC8-B6F3-1581565A2ADC}" presName="spaceRect" presStyleCnt="0"/>
      <dgm:spPr/>
    </dgm:pt>
    <dgm:pt modelId="{EA24AA22-A0C5-4469-A166-9ED14C8AC29B}" type="pres">
      <dgm:prSet presAssocID="{680B4D0C-4BE3-4FC8-B6F3-1581565A2ADC}" presName="textRect" presStyleLbl="revTx" presStyleIdx="0" presStyleCnt="4">
        <dgm:presLayoutVars>
          <dgm:chMax val="1"/>
          <dgm:chPref val="1"/>
        </dgm:presLayoutVars>
      </dgm:prSet>
      <dgm:spPr/>
    </dgm:pt>
    <dgm:pt modelId="{82B7450A-0198-4EBA-AB42-82C68370946E}" type="pres">
      <dgm:prSet presAssocID="{2C3FEB19-575B-4D8A-A829-FBA175DFAD55}" presName="sibTrans" presStyleLbl="sibTrans2D1" presStyleIdx="0" presStyleCnt="0"/>
      <dgm:spPr/>
    </dgm:pt>
    <dgm:pt modelId="{9C3EC458-D316-49DE-92AB-0E538230ECBF}" type="pres">
      <dgm:prSet presAssocID="{5C089634-288D-496E-A7A9-4FF23992BA3D}" presName="compNode" presStyleCnt="0"/>
      <dgm:spPr/>
    </dgm:pt>
    <dgm:pt modelId="{75781143-FD00-46E3-8660-41A20D0BB9A9}" type="pres">
      <dgm:prSet presAssocID="{5C089634-288D-496E-A7A9-4FF23992BA3D}" presName="iconBgRect" presStyleLbl="bgShp" presStyleIdx="1" presStyleCnt="4"/>
      <dgm:spPr/>
    </dgm:pt>
    <dgm:pt modelId="{6797BD00-761A-4A42-ADC0-C2936C6B053B}" type="pres">
      <dgm:prSet presAssocID="{5C089634-288D-496E-A7A9-4FF23992BA3D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met"/>
        </a:ext>
      </dgm:extLst>
    </dgm:pt>
    <dgm:pt modelId="{89481D6F-9A8B-444A-AF04-C2EB3E3898C4}" type="pres">
      <dgm:prSet presAssocID="{5C089634-288D-496E-A7A9-4FF23992BA3D}" presName="spaceRect" presStyleCnt="0"/>
      <dgm:spPr/>
    </dgm:pt>
    <dgm:pt modelId="{6549920D-48D1-4C2D-B152-4F9C3FA8941F}" type="pres">
      <dgm:prSet presAssocID="{5C089634-288D-496E-A7A9-4FF23992BA3D}" presName="textRect" presStyleLbl="revTx" presStyleIdx="1" presStyleCnt="4">
        <dgm:presLayoutVars>
          <dgm:chMax val="1"/>
          <dgm:chPref val="1"/>
        </dgm:presLayoutVars>
      </dgm:prSet>
      <dgm:spPr/>
    </dgm:pt>
    <dgm:pt modelId="{696236D8-BE5A-480B-AF95-202272BEFF16}" type="pres">
      <dgm:prSet presAssocID="{17B2D352-637C-49CB-BBA6-AA78958592AE}" presName="sibTrans" presStyleLbl="sibTrans2D1" presStyleIdx="0" presStyleCnt="0"/>
      <dgm:spPr/>
    </dgm:pt>
    <dgm:pt modelId="{E0584D37-5CE0-4B18-B3BE-FC6F1DB076CC}" type="pres">
      <dgm:prSet presAssocID="{94B21FC4-2F0A-49A3-A7FE-FC56A6FD8613}" presName="compNode" presStyleCnt="0"/>
      <dgm:spPr/>
    </dgm:pt>
    <dgm:pt modelId="{A01DD289-A417-4AEA-B28F-BEF11A385766}" type="pres">
      <dgm:prSet presAssocID="{94B21FC4-2F0A-49A3-A7FE-FC56A6FD8613}" presName="iconBgRect" presStyleLbl="bgShp" presStyleIdx="2" presStyleCnt="4"/>
      <dgm:spPr/>
    </dgm:pt>
    <dgm:pt modelId="{1A36A494-F420-4EBF-95CF-E4608ADC4CCF}" type="pres">
      <dgm:prSet presAssocID="{94B21FC4-2F0A-49A3-A7FE-FC56A6FD8613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B6D0267E-EEE2-4A4A-9AD2-8EFB5E332C44}" type="pres">
      <dgm:prSet presAssocID="{94B21FC4-2F0A-49A3-A7FE-FC56A6FD8613}" presName="spaceRect" presStyleCnt="0"/>
      <dgm:spPr/>
    </dgm:pt>
    <dgm:pt modelId="{CE7CF0AF-5540-4AE7-B34C-CFCC9CCABE00}" type="pres">
      <dgm:prSet presAssocID="{94B21FC4-2F0A-49A3-A7FE-FC56A6FD8613}" presName="textRect" presStyleLbl="revTx" presStyleIdx="2" presStyleCnt="4">
        <dgm:presLayoutVars>
          <dgm:chMax val="1"/>
          <dgm:chPref val="1"/>
        </dgm:presLayoutVars>
      </dgm:prSet>
      <dgm:spPr/>
    </dgm:pt>
    <dgm:pt modelId="{7828D605-C871-4003-8F08-7C4EFA814633}" type="pres">
      <dgm:prSet presAssocID="{E72CC832-043F-4C40-9A03-C508AE5FD266}" presName="sibTrans" presStyleLbl="sibTrans2D1" presStyleIdx="0" presStyleCnt="0"/>
      <dgm:spPr/>
    </dgm:pt>
    <dgm:pt modelId="{C7441C33-DB90-435F-925B-62A8FC85B72A}" type="pres">
      <dgm:prSet presAssocID="{A948CEF3-3275-4111-BA9E-47E76040E086}" presName="compNode" presStyleCnt="0"/>
      <dgm:spPr/>
    </dgm:pt>
    <dgm:pt modelId="{7272C267-7640-4AD6-B2B0-9A0E86CDE894}" type="pres">
      <dgm:prSet presAssocID="{A948CEF3-3275-4111-BA9E-47E76040E086}" presName="iconBgRect" presStyleLbl="bgShp" presStyleIdx="3" presStyleCnt="4"/>
      <dgm:spPr/>
    </dgm:pt>
    <dgm:pt modelId="{B9DB83DC-B18D-45CF-903F-8137B986B9AD}" type="pres">
      <dgm:prSet presAssocID="{A948CEF3-3275-4111-BA9E-47E76040E086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ireless router"/>
        </a:ext>
      </dgm:extLst>
    </dgm:pt>
    <dgm:pt modelId="{787EF9CF-492D-4749-BA27-3DE4CDD8C2D8}" type="pres">
      <dgm:prSet presAssocID="{A948CEF3-3275-4111-BA9E-47E76040E086}" presName="spaceRect" presStyleCnt="0"/>
      <dgm:spPr/>
    </dgm:pt>
    <dgm:pt modelId="{DD0DBDE6-2266-4130-95A7-A351E34DCF10}" type="pres">
      <dgm:prSet presAssocID="{A948CEF3-3275-4111-BA9E-47E76040E086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9EB2BC1D-B10E-4395-AB7C-7F0A315AF470}" srcId="{C61F1201-9E28-4AF7-B694-D6C2B98786CC}" destId="{680B4D0C-4BE3-4FC8-B6F3-1581565A2ADC}" srcOrd="0" destOrd="0" parTransId="{329C6B13-C736-4FC3-A67B-E821179492CC}" sibTransId="{2C3FEB19-575B-4D8A-A829-FBA175DFAD55}"/>
    <dgm:cxn modelId="{8FC54934-4820-48B3-BE48-6084F855FF33}" type="presOf" srcId="{680B4D0C-4BE3-4FC8-B6F3-1581565A2ADC}" destId="{EA24AA22-A0C5-4469-A166-9ED14C8AC29B}" srcOrd="0" destOrd="0" presId="urn:microsoft.com/office/officeart/2018/2/layout/IconCircleList"/>
    <dgm:cxn modelId="{9DF77F68-4BB3-4DF2-BA3C-831CC922CE5A}" srcId="{C61F1201-9E28-4AF7-B694-D6C2B98786CC}" destId="{5C089634-288D-496E-A7A9-4FF23992BA3D}" srcOrd="1" destOrd="0" parTransId="{2005D84D-113C-4733-BA10-E640F850B907}" sibTransId="{17B2D352-637C-49CB-BBA6-AA78958592AE}"/>
    <dgm:cxn modelId="{B7E1C14C-E8EC-4FCF-9C23-405D24826871}" type="presOf" srcId="{E72CC832-043F-4C40-9A03-C508AE5FD266}" destId="{7828D605-C871-4003-8F08-7C4EFA814633}" srcOrd="0" destOrd="0" presId="urn:microsoft.com/office/officeart/2018/2/layout/IconCircleList"/>
    <dgm:cxn modelId="{CCFBDE71-6C6C-4B6B-B23D-6B3A7E38A2A4}" srcId="{C61F1201-9E28-4AF7-B694-D6C2B98786CC}" destId="{94B21FC4-2F0A-49A3-A7FE-FC56A6FD8613}" srcOrd="2" destOrd="0" parTransId="{3E055B33-8923-4DF0-BB00-C5621584EEE7}" sibTransId="{E72CC832-043F-4C40-9A03-C508AE5FD266}"/>
    <dgm:cxn modelId="{97E7F872-9913-411A-8F6E-27A9BCA5BC29}" type="presOf" srcId="{A948CEF3-3275-4111-BA9E-47E76040E086}" destId="{DD0DBDE6-2266-4130-95A7-A351E34DCF10}" srcOrd="0" destOrd="0" presId="urn:microsoft.com/office/officeart/2018/2/layout/IconCircleList"/>
    <dgm:cxn modelId="{7512D886-99A2-4E8A-A89E-88099E27F139}" srcId="{C61F1201-9E28-4AF7-B694-D6C2B98786CC}" destId="{A948CEF3-3275-4111-BA9E-47E76040E086}" srcOrd="3" destOrd="0" parTransId="{9463587A-DB9D-427D-9300-75779EA36D1E}" sibTransId="{4D68B269-E9F7-4CF3-A9E8-8DDF0961D13D}"/>
    <dgm:cxn modelId="{D883B9C2-5FCA-4F77-BF7A-E7618547118A}" type="presOf" srcId="{2C3FEB19-575B-4D8A-A829-FBA175DFAD55}" destId="{82B7450A-0198-4EBA-AB42-82C68370946E}" srcOrd="0" destOrd="0" presId="urn:microsoft.com/office/officeart/2018/2/layout/IconCircleList"/>
    <dgm:cxn modelId="{289504E0-E390-4439-A41C-7BC7A5CCFA88}" type="presOf" srcId="{C61F1201-9E28-4AF7-B694-D6C2B98786CC}" destId="{615253F6-93DE-42EB-AC59-98B382F465FD}" srcOrd="0" destOrd="0" presId="urn:microsoft.com/office/officeart/2018/2/layout/IconCircleList"/>
    <dgm:cxn modelId="{9ABEAFF6-33A6-49C3-9FAB-DFC5E8C3CA4C}" type="presOf" srcId="{94B21FC4-2F0A-49A3-A7FE-FC56A6FD8613}" destId="{CE7CF0AF-5540-4AE7-B34C-CFCC9CCABE00}" srcOrd="0" destOrd="0" presId="urn:microsoft.com/office/officeart/2018/2/layout/IconCircleList"/>
    <dgm:cxn modelId="{D2C786F7-455A-475E-9915-FBCC967B0531}" type="presOf" srcId="{5C089634-288D-496E-A7A9-4FF23992BA3D}" destId="{6549920D-48D1-4C2D-B152-4F9C3FA8941F}" srcOrd="0" destOrd="0" presId="urn:microsoft.com/office/officeart/2018/2/layout/IconCircleList"/>
    <dgm:cxn modelId="{597488F7-877E-4C9B-9299-C2B8599C7931}" type="presOf" srcId="{17B2D352-637C-49CB-BBA6-AA78958592AE}" destId="{696236D8-BE5A-480B-AF95-202272BEFF16}" srcOrd="0" destOrd="0" presId="urn:microsoft.com/office/officeart/2018/2/layout/IconCircleList"/>
    <dgm:cxn modelId="{0B322C58-067A-4E2C-86F0-96C6B15E1760}" type="presParOf" srcId="{615253F6-93DE-42EB-AC59-98B382F465FD}" destId="{9E29A776-9100-4113-B5A5-AC017C1195F8}" srcOrd="0" destOrd="0" presId="urn:microsoft.com/office/officeart/2018/2/layout/IconCircleList"/>
    <dgm:cxn modelId="{15E01815-39A8-4DE4-AB95-5C4914F44BE9}" type="presParOf" srcId="{9E29A776-9100-4113-B5A5-AC017C1195F8}" destId="{C98F92A0-6A14-41CE-9665-C608F5FCF22D}" srcOrd="0" destOrd="0" presId="urn:microsoft.com/office/officeart/2018/2/layout/IconCircleList"/>
    <dgm:cxn modelId="{50515EA6-C5F9-4D3B-A974-190DB15269AB}" type="presParOf" srcId="{C98F92A0-6A14-41CE-9665-C608F5FCF22D}" destId="{CD3D60E0-EBB8-4100-B807-AA939242EC4A}" srcOrd="0" destOrd="0" presId="urn:microsoft.com/office/officeart/2018/2/layout/IconCircleList"/>
    <dgm:cxn modelId="{79BF84D0-EE46-4910-93DA-7D20E2266E2C}" type="presParOf" srcId="{C98F92A0-6A14-41CE-9665-C608F5FCF22D}" destId="{FA8E3D6A-87B6-46EF-8B1E-E781F4E3AA35}" srcOrd="1" destOrd="0" presId="urn:microsoft.com/office/officeart/2018/2/layout/IconCircleList"/>
    <dgm:cxn modelId="{970D1105-3FAA-4357-B50D-577C0B67C5A1}" type="presParOf" srcId="{C98F92A0-6A14-41CE-9665-C608F5FCF22D}" destId="{32066DA3-186D-4A1D-92A4-B72273F1E629}" srcOrd="2" destOrd="0" presId="urn:microsoft.com/office/officeart/2018/2/layout/IconCircleList"/>
    <dgm:cxn modelId="{49AED113-5C20-4301-A180-B0B3F4C67DB9}" type="presParOf" srcId="{C98F92A0-6A14-41CE-9665-C608F5FCF22D}" destId="{EA24AA22-A0C5-4469-A166-9ED14C8AC29B}" srcOrd="3" destOrd="0" presId="urn:microsoft.com/office/officeart/2018/2/layout/IconCircleList"/>
    <dgm:cxn modelId="{8F8F7B5E-BD49-4066-8CB6-4156E1C6509F}" type="presParOf" srcId="{9E29A776-9100-4113-B5A5-AC017C1195F8}" destId="{82B7450A-0198-4EBA-AB42-82C68370946E}" srcOrd="1" destOrd="0" presId="urn:microsoft.com/office/officeart/2018/2/layout/IconCircleList"/>
    <dgm:cxn modelId="{3F87F84A-CA43-4344-8CA3-38AB78D9B077}" type="presParOf" srcId="{9E29A776-9100-4113-B5A5-AC017C1195F8}" destId="{9C3EC458-D316-49DE-92AB-0E538230ECBF}" srcOrd="2" destOrd="0" presId="urn:microsoft.com/office/officeart/2018/2/layout/IconCircleList"/>
    <dgm:cxn modelId="{8EE71B0D-9D87-4C50-81CE-F7C5A110BF73}" type="presParOf" srcId="{9C3EC458-D316-49DE-92AB-0E538230ECBF}" destId="{75781143-FD00-46E3-8660-41A20D0BB9A9}" srcOrd="0" destOrd="0" presId="urn:microsoft.com/office/officeart/2018/2/layout/IconCircleList"/>
    <dgm:cxn modelId="{0C960557-5BA2-46B7-B849-C8A455D74EBB}" type="presParOf" srcId="{9C3EC458-D316-49DE-92AB-0E538230ECBF}" destId="{6797BD00-761A-4A42-ADC0-C2936C6B053B}" srcOrd="1" destOrd="0" presId="urn:microsoft.com/office/officeart/2018/2/layout/IconCircleList"/>
    <dgm:cxn modelId="{F3359C8B-8DA9-4F17-936B-97298341A5AF}" type="presParOf" srcId="{9C3EC458-D316-49DE-92AB-0E538230ECBF}" destId="{89481D6F-9A8B-444A-AF04-C2EB3E3898C4}" srcOrd="2" destOrd="0" presId="urn:microsoft.com/office/officeart/2018/2/layout/IconCircleList"/>
    <dgm:cxn modelId="{B978CF60-5EC5-49DF-AF77-E7DE95F8ACB2}" type="presParOf" srcId="{9C3EC458-D316-49DE-92AB-0E538230ECBF}" destId="{6549920D-48D1-4C2D-B152-4F9C3FA8941F}" srcOrd="3" destOrd="0" presId="urn:microsoft.com/office/officeart/2018/2/layout/IconCircleList"/>
    <dgm:cxn modelId="{70A86E30-EA2C-40D1-A716-C79286034462}" type="presParOf" srcId="{9E29A776-9100-4113-B5A5-AC017C1195F8}" destId="{696236D8-BE5A-480B-AF95-202272BEFF16}" srcOrd="3" destOrd="0" presId="urn:microsoft.com/office/officeart/2018/2/layout/IconCircleList"/>
    <dgm:cxn modelId="{0D46F9B2-7311-4432-B38C-3E1512AF9CC2}" type="presParOf" srcId="{9E29A776-9100-4113-B5A5-AC017C1195F8}" destId="{E0584D37-5CE0-4B18-B3BE-FC6F1DB076CC}" srcOrd="4" destOrd="0" presId="urn:microsoft.com/office/officeart/2018/2/layout/IconCircleList"/>
    <dgm:cxn modelId="{B31956D4-159A-40B9-8276-A423076E1078}" type="presParOf" srcId="{E0584D37-5CE0-4B18-B3BE-FC6F1DB076CC}" destId="{A01DD289-A417-4AEA-B28F-BEF11A385766}" srcOrd="0" destOrd="0" presId="urn:microsoft.com/office/officeart/2018/2/layout/IconCircleList"/>
    <dgm:cxn modelId="{237ECD4E-7D08-4F60-84F3-16ADB34DCD3E}" type="presParOf" srcId="{E0584D37-5CE0-4B18-B3BE-FC6F1DB076CC}" destId="{1A36A494-F420-4EBF-95CF-E4608ADC4CCF}" srcOrd="1" destOrd="0" presId="urn:microsoft.com/office/officeart/2018/2/layout/IconCircleList"/>
    <dgm:cxn modelId="{4C990860-8116-485A-BDD3-65175E1B2C81}" type="presParOf" srcId="{E0584D37-5CE0-4B18-B3BE-FC6F1DB076CC}" destId="{B6D0267E-EEE2-4A4A-9AD2-8EFB5E332C44}" srcOrd="2" destOrd="0" presId="urn:microsoft.com/office/officeart/2018/2/layout/IconCircleList"/>
    <dgm:cxn modelId="{2C858A7C-BEEF-4002-99D7-FDE9BFBEE3DE}" type="presParOf" srcId="{E0584D37-5CE0-4B18-B3BE-FC6F1DB076CC}" destId="{CE7CF0AF-5540-4AE7-B34C-CFCC9CCABE00}" srcOrd="3" destOrd="0" presId="urn:microsoft.com/office/officeart/2018/2/layout/IconCircleList"/>
    <dgm:cxn modelId="{08862D88-33DB-48B0-903E-B0DCD8838EE5}" type="presParOf" srcId="{9E29A776-9100-4113-B5A5-AC017C1195F8}" destId="{7828D605-C871-4003-8F08-7C4EFA814633}" srcOrd="5" destOrd="0" presId="urn:microsoft.com/office/officeart/2018/2/layout/IconCircleList"/>
    <dgm:cxn modelId="{FB0C369C-47CB-4681-9ED3-E7A033F10599}" type="presParOf" srcId="{9E29A776-9100-4113-B5A5-AC017C1195F8}" destId="{C7441C33-DB90-435F-925B-62A8FC85B72A}" srcOrd="6" destOrd="0" presId="urn:microsoft.com/office/officeart/2018/2/layout/IconCircleList"/>
    <dgm:cxn modelId="{C690BD93-FE78-4DA0-A96E-490E04B0AC3E}" type="presParOf" srcId="{C7441C33-DB90-435F-925B-62A8FC85B72A}" destId="{7272C267-7640-4AD6-B2B0-9A0E86CDE894}" srcOrd="0" destOrd="0" presId="urn:microsoft.com/office/officeart/2018/2/layout/IconCircleList"/>
    <dgm:cxn modelId="{F5BFA6BA-3EB3-45BC-BAA5-4D5C1B87F5FB}" type="presParOf" srcId="{C7441C33-DB90-435F-925B-62A8FC85B72A}" destId="{B9DB83DC-B18D-45CF-903F-8137B986B9AD}" srcOrd="1" destOrd="0" presId="urn:microsoft.com/office/officeart/2018/2/layout/IconCircleList"/>
    <dgm:cxn modelId="{5CBB88F6-92FA-4DDB-86E8-02AEC6BFEA0A}" type="presParOf" srcId="{C7441C33-DB90-435F-925B-62A8FC85B72A}" destId="{787EF9CF-492D-4749-BA27-3DE4CDD8C2D8}" srcOrd="2" destOrd="0" presId="urn:microsoft.com/office/officeart/2018/2/layout/IconCircleList"/>
    <dgm:cxn modelId="{8F9B4D82-6114-4033-BA67-A626D29069B6}" type="presParOf" srcId="{C7441C33-DB90-435F-925B-62A8FC85B72A}" destId="{DD0DBDE6-2266-4130-95A7-A351E34DCF10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85EC4259-AF34-4315-8483-7DA3E0DF33CC}" type="doc">
      <dgm:prSet loTypeId="urn:microsoft.com/office/officeart/2018/2/layout/IconLabelList" loCatId="icon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5389811A-3620-412F-B3E7-F2B57EF58FC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High-value customers are at risk → potential revenue loss </a:t>
          </a:r>
        </a:p>
      </dgm:t>
    </dgm:pt>
    <dgm:pt modelId="{8ADD5EB2-F776-4BE8-AA7B-AC5D8CD7D331}" type="parTrans" cxnId="{AB4FC4F5-4D51-4D94-AC11-6B5B31A20368}">
      <dgm:prSet/>
      <dgm:spPr/>
      <dgm:t>
        <a:bodyPr/>
        <a:lstStyle/>
        <a:p>
          <a:endParaRPr lang="en-US"/>
        </a:p>
      </dgm:t>
    </dgm:pt>
    <dgm:pt modelId="{37C51C62-798B-4F82-BCD2-DF1C614C77B3}" type="sibTrans" cxnId="{AB4FC4F5-4D51-4D94-AC11-6B5B31A20368}">
      <dgm:prSet/>
      <dgm:spPr/>
      <dgm:t>
        <a:bodyPr/>
        <a:lstStyle/>
        <a:p>
          <a:endParaRPr lang="en-US"/>
        </a:p>
      </dgm:t>
    </dgm:pt>
    <dgm:pt modelId="{E61D4262-069C-4335-AB2D-6DE576A4419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Lack of service bundling increases churn</a:t>
          </a:r>
        </a:p>
      </dgm:t>
    </dgm:pt>
    <dgm:pt modelId="{029B296A-71E4-47B8-ABCE-13AAF390656D}" type="parTrans" cxnId="{013E6AC7-A96F-4ABA-8622-7B2AE2B1562F}">
      <dgm:prSet/>
      <dgm:spPr/>
      <dgm:t>
        <a:bodyPr/>
        <a:lstStyle/>
        <a:p>
          <a:endParaRPr lang="en-US"/>
        </a:p>
      </dgm:t>
    </dgm:pt>
    <dgm:pt modelId="{2AA94FFF-EC62-4AEB-B09B-0598C6D9DF10}" type="sibTrans" cxnId="{013E6AC7-A96F-4ABA-8622-7B2AE2B1562F}">
      <dgm:prSet/>
      <dgm:spPr/>
      <dgm:t>
        <a:bodyPr/>
        <a:lstStyle/>
        <a:p>
          <a:endParaRPr lang="en-US"/>
        </a:p>
      </dgm:t>
    </dgm:pt>
    <dgm:pt modelId="{9F59319B-49B9-4A33-A2A0-23BC27336E6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Long-term contracts reduce churn significantly</a:t>
          </a:r>
        </a:p>
      </dgm:t>
    </dgm:pt>
    <dgm:pt modelId="{FC2EF633-3506-426A-9EBD-BD4C7C3CD02D}" type="parTrans" cxnId="{8471A7E9-6CBD-4DD1-8C54-DC6C3F2F516F}">
      <dgm:prSet/>
      <dgm:spPr/>
      <dgm:t>
        <a:bodyPr/>
        <a:lstStyle/>
        <a:p>
          <a:endParaRPr lang="en-US"/>
        </a:p>
      </dgm:t>
    </dgm:pt>
    <dgm:pt modelId="{FB11ECC5-143E-4898-AA87-19D6E22B78B6}" type="sibTrans" cxnId="{8471A7E9-6CBD-4DD1-8C54-DC6C3F2F516F}">
      <dgm:prSet/>
      <dgm:spPr/>
      <dgm:t>
        <a:bodyPr/>
        <a:lstStyle/>
        <a:p>
          <a:endParaRPr lang="en-US"/>
        </a:p>
      </dgm:t>
    </dgm:pt>
    <dgm:pt modelId="{D6CCD5BE-64F8-4E75-A556-2BEBCAA4AAAD}" type="pres">
      <dgm:prSet presAssocID="{85EC4259-AF34-4315-8483-7DA3E0DF33CC}" presName="root" presStyleCnt="0">
        <dgm:presLayoutVars>
          <dgm:dir/>
          <dgm:resizeHandles val="exact"/>
        </dgm:presLayoutVars>
      </dgm:prSet>
      <dgm:spPr/>
    </dgm:pt>
    <dgm:pt modelId="{A8643B7D-2E8B-41F9-A771-CBD368F85518}" type="pres">
      <dgm:prSet presAssocID="{5389811A-3620-412F-B3E7-F2B57EF58FC9}" presName="compNode" presStyleCnt="0"/>
      <dgm:spPr/>
    </dgm:pt>
    <dgm:pt modelId="{799BC15B-3353-466E-BBF1-41731EDB4208}" type="pres">
      <dgm:prSet presAssocID="{5389811A-3620-412F-B3E7-F2B57EF58FC9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E64A121A-765F-41A0-A8E6-E395AFAC031E}" type="pres">
      <dgm:prSet presAssocID="{5389811A-3620-412F-B3E7-F2B57EF58FC9}" presName="spaceRect" presStyleCnt="0"/>
      <dgm:spPr/>
    </dgm:pt>
    <dgm:pt modelId="{83737FC8-2B7C-40B9-9B7E-25846FE3EA49}" type="pres">
      <dgm:prSet presAssocID="{5389811A-3620-412F-B3E7-F2B57EF58FC9}" presName="textRect" presStyleLbl="revTx" presStyleIdx="0" presStyleCnt="3">
        <dgm:presLayoutVars>
          <dgm:chMax val="1"/>
          <dgm:chPref val="1"/>
        </dgm:presLayoutVars>
      </dgm:prSet>
      <dgm:spPr/>
    </dgm:pt>
    <dgm:pt modelId="{0061237C-7D1E-4F1A-B77A-32DE551E60E2}" type="pres">
      <dgm:prSet presAssocID="{37C51C62-798B-4F82-BCD2-DF1C614C77B3}" presName="sibTrans" presStyleCnt="0"/>
      <dgm:spPr/>
    </dgm:pt>
    <dgm:pt modelId="{EB7DD596-E7D0-42D7-ABA0-AB2522CAF311}" type="pres">
      <dgm:prSet presAssocID="{E61D4262-069C-4335-AB2D-6DE576A4419E}" presName="compNode" presStyleCnt="0"/>
      <dgm:spPr/>
    </dgm:pt>
    <dgm:pt modelId="{1426D0DA-A7A5-4A5A-A0F0-A4EBCCA23768}" type="pres">
      <dgm:prSet presAssocID="{E61D4262-069C-4335-AB2D-6DE576A4419E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wnward trend"/>
        </a:ext>
      </dgm:extLst>
    </dgm:pt>
    <dgm:pt modelId="{D8D48803-15E5-4DB1-B3BF-8F174AE3AFFF}" type="pres">
      <dgm:prSet presAssocID="{E61D4262-069C-4335-AB2D-6DE576A4419E}" presName="spaceRect" presStyleCnt="0"/>
      <dgm:spPr/>
    </dgm:pt>
    <dgm:pt modelId="{11881252-C7F1-4DB8-9C31-436DB48C206D}" type="pres">
      <dgm:prSet presAssocID="{E61D4262-069C-4335-AB2D-6DE576A4419E}" presName="textRect" presStyleLbl="revTx" presStyleIdx="1" presStyleCnt="3">
        <dgm:presLayoutVars>
          <dgm:chMax val="1"/>
          <dgm:chPref val="1"/>
        </dgm:presLayoutVars>
      </dgm:prSet>
      <dgm:spPr/>
    </dgm:pt>
    <dgm:pt modelId="{6D96C9E7-CF8D-46AF-B6B2-5F16FB3DC3BD}" type="pres">
      <dgm:prSet presAssocID="{2AA94FFF-EC62-4AEB-B09B-0598C6D9DF10}" presName="sibTrans" presStyleCnt="0"/>
      <dgm:spPr/>
    </dgm:pt>
    <dgm:pt modelId="{14CDFB76-4DE1-4B4F-A49D-3F6D591D611C}" type="pres">
      <dgm:prSet presAssocID="{9F59319B-49B9-4A33-A2A0-23BC27336E6E}" presName="compNode" presStyleCnt="0"/>
      <dgm:spPr/>
    </dgm:pt>
    <dgm:pt modelId="{2B5774C6-2EFA-48B1-A463-86CEE1EB10B3}" type="pres">
      <dgm:prSet presAssocID="{9F59319B-49B9-4A33-A2A0-23BC27336E6E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B84A846C-2E0B-47A2-AABC-6AB2FCCBD980}" type="pres">
      <dgm:prSet presAssocID="{9F59319B-49B9-4A33-A2A0-23BC27336E6E}" presName="spaceRect" presStyleCnt="0"/>
      <dgm:spPr/>
    </dgm:pt>
    <dgm:pt modelId="{32F5D68E-74F9-423A-B2B1-2732EDB87F29}" type="pres">
      <dgm:prSet presAssocID="{9F59319B-49B9-4A33-A2A0-23BC27336E6E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899A663E-7170-4E5E-B40C-CDFFAB5F618B}" type="presOf" srcId="{9F59319B-49B9-4A33-A2A0-23BC27336E6E}" destId="{32F5D68E-74F9-423A-B2B1-2732EDB87F29}" srcOrd="0" destOrd="0" presId="urn:microsoft.com/office/officeart/2018/2/layout/IconLabelList"/>
    <dgm:cxn modelId="{D9FADA44-6B01-46AF-8555-00C75E3847C6}" type="presOf" srcId="{85EC4259-AF34-4315-8483-7DA3E0DF33CC}" destId="{D6CCD5BE-64F8-4E75-A556-2BEBCAA4AAAD}" srcOrd="0" destOrd="0" presId="urn:microsoft.com/office/officeart/2018/2/layout/IconLabelList"/>
    <dgm:cxn modelId="{99719280-961D-4D96-8904-7C27677E5245}" type="presOf" srcId="{E61D4262-069C-4335-AB2D-6DE576A4419E}" destId="{11881252-C7F1-4DB8-9C31-436DB48C206D}" srcOrd="0" destOrd="0" presId="urn:microsoft.com/office/officeart/2018/2/layout/IconLabelList"/>
    <dgm:cxn modelId="{013E6AC7-A96F-4ABA-8622-7B2AE2B1562F}" srcId="{85EC4259-AF34-4315-8483-7DA3E0DF33CC}" destId="{E61D4262-069C-4335-AB2D-6DE576A4419E}" srcOrd="1" destOrd="0" parTransId="{029B296A-71E4-47B8-ABCE-13AAF390656D}" sibTransId="{2AA94FFF-EC62-4AEB-B09B-0598C6D9DF10}"/>
    <dgm:cxn modelId="{878D0EE3-FD6D-470E-8165-D4881D0A02A7}" type="presOf" srcId="{5389811A-3620-412F-B3E7-F2B57EF58FC9}" destId="{83737FC8-2B7C-40B9-9B7E-25846FE3EA49}" srcOrd="0" destOrd="0" presId="urn:microsoft.com/office/officeart/2018/2/layout/IconLabelList"/>
    <dgm:cxn modelId="{8471A7E9-6CBD-4DD1-8C54-DC6C3F2F516F}" srcId="{85EC4259-AF34-4315-8483-7DA3E0DF33CC}" destId="{9F59319B-49B9-4A33-A2A0-23BC27336E6E}" srcOrd="2" destOrd="0" parTransId="{FC2EF633-3506-426A-9EBD-BD4C7C3CD02D}" sibTransId="{FB11ECC5-143E-4898-AA87-19D6E22B78B6}"/>
    <dgm:cxn modelId="{AB4FC4F5-4D51-4D94-AC11-6B5B31A20368}" srcId="{85EC4259-AF34-4315-8483-7DA3E0DF33CC}" destId="{5389811A-3620-412F-B3E7-F2B57EF58FC9}" srcOrd="0" destOrd="0" parTransId="{8ADD5EB2-F776-4BE8-AA7B-AC5D8CD7D331}" sibTransId="{37C51C62-798B-4F82-BCD2-DF1C614C77B3}"/>
    <dgm:cxn modelId="{86292686-E236-4F9A-B87B-DBF33E0A650C}" type="presParOf" srcId="{D6CCD5BE-64F8-4E75-A556-2BEBCAA4AAAD}" destId="{A8643B7D-2E8B-41F9-A771-CBD368F85518}" srcOrd="0" destOrd="0" presId="urn:microsoft.com/office/officeart/2018/2/layout/IconLabelList"/>
    <dgm:cxn modelId="{F94648C9-B17A-45D9-A59C-823DA8122BEB}" type="presParOf" srcId="{A8643B7D-2E8B-41F9-A771-CBD368F85518}" destId="{799BC15B-3353-466E-BBF1-41731EDB4208}" srcOrd="0" destOrd="0" presId="urn:microsoft.com/office/officeart/2018/2/layout/IconLabelList"/>
    <dgm:cxn modelId="{EF0B89F5-D240-414E-97B2-9CF7382962CE}" type="presParOf" srcId="{A8643B7D-2E8B-41F9-A771-CBD368F85518}" destId="{E64A121A-765F-41A0-A8E6-E395AFAC031E}" srcOrd="1" destOrd="0" presId="urn:microsoft.com/office/officeart/2018/2/layout/IconLabelList"/>
    <dgm:cxn modelId="{AD46F4F4-D50E-438C-863B-6D5186E6E3B1}" type="presParOf" srcId="{A8643B7D-2E8B-41F9-A771-CBD368F85518}" destId="{83737FC8-2B7C-40B9-9B7E-25846FE3EA49}" srcOrd="2" destOrd="0" presId="urn:microsoft.com/office/officeart/2018/2/layout/IconLabelList"/>
    <dgm:cxn modelId="{FA028814-AB55-41C0-AE8F-BF9AA97671AA}" type="presParOf" srcId="{D6CCD5BE-64F8-4E75-A556-2BEBCAA4AAAD}" destId="{0061237C-7D1E-4F1A-B77A-32DE551E60E2}" srcOrd="1" destOrd="0" presId="urn:microsoft.com/office/officeart/2018/2/layout/IconLabelList"/>
    <dgm:cxn modelId="{21E5C5E6-DA13-406B-9C6F-08D981192386}" type="presParOf" srcId="{D6CCD5BE-64F8-4E75-A556-2BEBCAA4AAAD}" destId="{EB7DD596-E7D0-42D7-ABA0-AB2522CAF311}" srcOrd="2" destOrd="0" presId="urn:microsoft.com/office/officeart/2018/2/layout/IconLabelList"/>
    <dgm:cxn modelId="{70A4F73E-913C-4D16-986D-F4169CB782E0}" type="presParOf" srcId="{EB7DD596-E7D0-42D7-ABA0-AB2522CAF311}" destId="{1426D0DA-A7A5-4A5A-A0F0-A4EBCCA23768}" srcOrd="0" destOrd="0" presId="urn:microsoft.com/office/officeart/2018/2/layout/IconLabelList"/>
    <dgm:cxn modelId="{887578EB-3414-480E-A32A-311CAB56F8F7}" type="presParOf" srcId="{EB7DD596-E7D0-42D7-ABA0-AB2522CAF311}" destId="{D8D48803-15E5-4DB1-B3BF-8F174AE3AFFF}" srcOrd="1" destOrd="0" presId="urn:microsoft.com/office/officeart/2018/2/layout/IconLabelList"/>
    <dgm:cxn modelId="{52331336-5941-44FC-84B6-21899001AF0E}" type="presParOf" srcId="{EB7DD596-E7D0-42D7-ABA0-AB2522CAF311}" destId="{11881252-C7F1-4DB8-9C31-436DB48C206D}" srcOrd="2" destOrd="0" presId="urn:microsoft.com/office/officeart/2018/2/layout/IconLabelList"/>
    <dgm:cxn modelId="{E3797F17-B16E-4248-8F34-4C664AC54BD0}" type="presParOf" srcId="{D6CCD5BE-64F8-4E75-A556-2BEBCAA4AAAD}" destId="{6D96C9E7-CF8D-46AF-B6B2-5F16FB3DC3BD}" srcOrd="3" destOrd="0" presId="urn:microsoft.com/office/officeart/2018/2/layout/IconLabelList"/>
    <dgm:cxn modelId="{5EDFBC8A-F37A-436B-B083-904A7F84B13D}" type="presParOf" srcId="{D6CCD5BE-64F8-4E75-A556-2BEBCAA4AAAD}" destId="{14CDFB76-4DE1-4B4F-A49D-3F6D591D611C}" srcOrd="4" destOrd="0" presId="urn:microsoft.com/office/officeart/2018/2/layout/IconLabelList"/>
    <dgm:cxn modelId="{329ABB1E-4FCF-4E2E-ADEC-06B7037C9376}" type="presParOf" srcId="{14CDFB76-4DE1-4B4F-A49D-3F6D591D611C}" destId="{2B5774C6-2EFA-48B1-A463-86CEE1EB10B3}" srcOrd="0" destOrd="0" presId="urn:microsoft.com/office/officeart/2018/2/layout/IconLabelList"/>
    <dgm:cxn modelId="{A3FD59FE-9534-480C-9C43-94968493F2CA}" type="presParOf" srcId="{14CDFB76-4DE1-4B4F-A49D-3F6D591D611C}" destId="{B84A846C-2E0B-47A2-AABC-6AB2FCCBD980}" srcOrd="1" destOrd="0" presId="urn:microsoft.com/office/officeart/2018/2/layout/IconLabelList"/>
    <dgm:cxn modelId="{940EACC3-84ED-44D0-96F8-EE06E263C2C6}" type="presParOf" srcId="{14CDFB76-4DE1-4B4F-A49D-3F6D591D611C}" destId="{32F5D68E-74F9-423A-B2B1-2732EDB87F29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8C3A6CEB-24E1-4B07-B4B2-64F7E24F3B76}" type="doc">
      <dgm:prSet loTypeId="urn:microsoft.com/office/officeart/2005/8/layout/vProcess5" loCatId="process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79BCDBB0-24A3-4CD8-AEA1-624CB604F69D}">
      <dgm:prSet/>
      <dgm:spPr/>
      <dgm:t>
        <a:bodyPr/>
        <a:lstStyle/>
        <a:p>
          <a:r>
            <a:rPr lang="en-US"/>
            <a:t>Interactive Power BI dashboard</a:t>
          </a:r>
        </a:p>
      </dgm:t>
    </dgm:pt>
    <dgm:pt modelId="{056246A7-CA5C-4EEC-AA48-67B4B5B2434F}" type="parTrans" cxnId="{829BA06C-649B-49E7-9040-72761BAB0FCF}">
      <dgm:prSet/>
      <dgm:spPr/>
      <dgm:t>
        <a:bodyPr/>
        <a:lstStyle/>
        <a:p>
          <a:endParaRPr lang="en-US"/>
        </a:p>
      </dgm:t>
    </dgm:pt>
    <dgm:pt modelId="{5A3E682E-779A-40F9-94C8-99DD9865C440}" type="sibTrans" cxnId="{829BA06C-649B-49E7-9040-72761BAB0FCF}">
      <dgm:prSet/>
      <dgm:spPr/>
      <dgm:t>
        <a:bodyPr/>
        <a:lstStyle/>
        <a:p>
          <a:endParaRPr lang="en-US"/>
        </a:p>
      </dgm:t>
    </dgm:pt>
    <dgm:pt modelId="{CF09E90E-6EB2-4921-BDAA-93EC2C9D6DED}">
      <dgm:prSet/>
      <dgm:spPr/>
      <dgm:t>
        <a:bodyPr/>
        <a:lstStyle/>
        <a:p>
          <a:r>
            <a:rPr lang="en-US"/>
            <a:t>Segment-based filtering (contract, payment, tenure)</a:t>
          </a:r>
        </a:p>
      </dgm:t>
    </dgm:pt>
    <dgm:pt modelId="{DDA5159E-46DF-4935-98D9-CFD6F55667FF}" type="parTrans" cxnId="{588A9ADE-4FED-4719-84EB-62940D8DDF11}">
      <dgm:prSet/>
      <dgm:spPr/>
      <dgm:t>
        <a:bodyPr/>
        <a:lstStyle/>
        <a:p>
          <a:endParaRPr lang="en-US"/>
        </a:p>
      </dgm:t>
    </dgm:pt>
    <dgm:pt modelId="{2BC3F9FF-B9BB-4AB4-8672-E0B5F9B81139}" type="sibTrans" cxnId="{588A9ADE-4FED-4719-84EB-62940D8DDF11}">
      <dgm:prSet/>
      <dgm:spPr/>
      <dgm:t>
        <a:bodyPr/>
        <a:lstStyle/>
        <a:p>
          <a:endParaRPr lang="en-US"/>
        </a:p>
      </dgm:t>
    </dgm:pt>
    <dgm:pt modelId="{410BB30A-030F-488A-854A-694F9916C8BA}">
      <dgm:prSet/>
      <dgm:spPr/>
      <dgm:t>
        <a:bodyPr/>
        <a:lstStyle/>
        <a:p>
          <a:r>
            <a:rPr lang="en-US"/>
            <a:t>Real-time business insights</a:t>
          </a:r>
        </a:p>
      </dgm:t>
    </dgm:pt>
    <dgm:pt modelId="{76AD0612-FED0-46B6-87B6-4039B578B2AD}" type="parTrans" cxnId="{2D1A093F-31EB-4800-8620-6845A7F27386}">
      <dgm:prSet/>
      <dgm:spPr/>
      <dgm:t>
        <a:bodyPr/>
        <a:lstStyle/>
        <a:p>
          <a:endParaRPr lang="en-US"/>
        </a:p>
      </dgm:t>
    </dgm:pt>
    <dgm:pt modelId="{8936ABF8-9737-4D4C-825E-0AE894FEC8CC}" type="sibTrans" cxnId="{2D1A093F-31EB-4800-8620-6845A7F27386}">
      <dgm:prSet/>
      <dgm:spPr/>
      <dgm:t>
        <a:bodyPr/>
        <a:lstStyle/>
        <a:p>
          <a:endParaRPr lang="en-US"/>
        </a:p>
      </dgm:t>
    </dgm:pt>
    <dgm:pt modelId="{EDB7CCDB-D8E3-44C3-9E0C-4ED474DC4672}" type="pres">
      <dgm:prSet presAssocID="{8C3A6CEB-24E1-4B07-B4B2-64F7E24F3B76}" presName="outerComposite" presStyleCnt="0">
        <dgm:presLayoutVars>
          <dgm:chMax val="5"/>
          <dgm:dir/>
          <dgm:resizeHandles val="exact"/>
        </dgm:presLayoutVars>
      </dgm:prSet>
      <dgm:spPr/>
    </dgm:pt>
    <dgm:pt modelId="{512D44A8-6F50-4D01-8555-6666C9959EDA}" type="pres">
      <dgm:prSet presAssocID="{8C3A6CEB-24E1-4B07-B4B2-64F7E24F3B76}" presName="dummyMaxCanvas" presStyleCnt="0">
        <dgm:presLayoutVars/>
      </dgm:prSet>
      <dgm:spPr/>
    </dgm:pt>
    <dgm:pt modelId="{0786A7C9-C31B-4418-BA74-BEBF1AA93999}" type="pres">
      <dgm:prSet presAssocID="{8C3A6CEB-24E1-4B07-B4B2-64F7E24F3B76}" presName="ThreeNodes_1" presStyleLbl="node1" presStyleIdx="0" presStyleCnt="3">
        <dgm:presLayoutVars>
          <dgm:bulletEnabled val="1"/>
        </dgm:presLayoutVars>
      </dgm:prSet>
      <dgm:spPr/>
    </dgm:pt>
    <dgm:pt modelId="{613999D1-309C-4276-965A-62DC11E69705}" type="pres">
      <dgm:prSet presAssocID="{8C3A6CEB-24E1-4B07-B4B2-64F7E24F3B76}" presName="ThreeNodes_2" presStyleLbl="node1" presStyleIdx="1" presStyleCnt="3">
        <dgm:presLayoutVars>
          <dgm:bulletEnabled val="1"/>
        </dgm:presLayoutVars>
      </dgm:prSet>
      <dgm:spPr/>
    </dgm:pt>
    <dgm:pt modelId="{9ADF5B4B-2743-4252-84E8-0FB8D51C08E0}" type="pres">
      <dgm:prSet presAssocID="{8C3A6CEB-24E1-4B07-B4B2-64F7E24F3B76}" presName="ThreeNodes_3" presStyleLbl="node1" presStyleIdx="2" presStyleCnt="3">
        <dgm:presLayoutVars>
          <dgm:bulletEnabled val="1"/>
        </dgm:presLayoutVars>
      </dgm:prSet>
      <dgm:spPr/>
    </dgm:pt>
    <dgm:pt modelId="{98750C5C-DE7F-4D2B-9D12-0F69B7B98B69}" type="pres">
      <dgm:prSet presAssocID="{8C3A6CEB-24E1-4B07-B4B2-64F7E24F3B76}" presName="ThreeConn_1-2" presStyleLbl="fgAccFollowNode1" presStyleIdx="0" presStyleCnt="2">
        <dgm:presLayoutVars>
          <dgm:bulletEnabled val="1"/>
        </dgm:presLayoutVars>
      </dgm:prSet>
      <dgm:spPr/>
    </dgm:pt>
    <dgm:pt modelId="{B7C784CC-AF00-429F-93EB-25238E7F32A9}" type="pres">
      <dgm:prSet presAssocID="{8C3A6CEB-24E1-4B07-B4B2-64F7E24F3B76}" presName="ThreeConn_2-3" presStyleLbl="fgAccFollowNode1" presStyleIdx="1" presStyleCnt="2">
        <dgm:presLayoutVars>
          <dgm:bulletEnabled val="1"/>
        </dgm:presLayoutVars>
      </dgm:prSet>
      <dgm:spPr/>
    </dgm:pt>
    <dgm:pt modelId="{DB295443-6F83-44A5-9B44-608487606E12}" type="pres">
      <dgm:prSet presAssocID="{8C3A6CEB-24E1-4B07-B4B2-64F7E24F3B76}" presName="ThreeNodes_1_text" presStyleLbl="node1" presStyleIdx="2" presStyleCnt="3">
        <dgm:presLayoutVars>
          <dgm:bulletEnabled val="1"/>
        </dgm:presLayoutVars>
      </dgm:prSet>
      <dgm:spPr/>
    </dgm:pt>
    <dgm:pt modelId="{1474A1D3-7A2D-4603-BDC7-CA74330F1AD3}" type="pres">
      <dgm:prSet presAssocID="{8C3A6CEB-24E1-4B07-B4B2-64F7E24F3B76}" presName="ThreeNodes_2_text" presStyleLbl="node1" presStyleIdx="2" presStyleCnt="3">
        <dgm:presLayoutVars>
          <dgm:bulletEnabled val="1"/>
        </dgm:presLayoutVars>
      </dgm:prSet>
      <dgm:spPr/>
    </dgm:pt>
    <dgm:pt modelId="{49BBB3A2-8EE5-4CD1-973E-DEADE454B64E}" type="pres">
      <dgm:prSet presAssocID="{8C3A6CEB-24E1-4B07-B4B2-64F7E24F3B76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9E38C005-BC7F-45BC-B393-D2A17F94A3B1}" type="presOf" srcId="{5A3E682E-779A-40F9-94C8-99DD9865C440}" destId="{98750C5C-DE7F-4D2B-9D12-0F69B7B98B69}" srcOrd="0" destOrd="0" presId="urn:microsoft.com/office/officeart/2005/8/layout/vProcess5"/>
    <dgm:cxn modelId="{3EB0A613-D7D0-4FEE-AEC3-E3FEDC7C94E6}" type="presOf" srcId="{2BC3F9FF-B9BB-4AB4-8672-E0B5F9B81139}" destId="{B7C784CC-AF00-429F-93EB-25238E7F32A9}" srcOrd="0" destOrd="0" presId="urn:microsoft.com/office/officeart/2005/8/layout/vProcess5"/>
    <dgm:cxn modelId="{8FDD9C23-1F11-425B-8F38-B89C198EA92C}" type="presOf" srcId="{79BCDBB0-24A3-4CD8-AEA1-624CB604F69D}" destId="{DB295443-6F83-44A5-9B44-608487606E12}" srcOrd="1" destOrd="0" presId="urn:microsoft.com/office/officeart/2005/8/layout/vProcess5"/>
    <dgm:cxn modelId="{2D1A093F-31EB-4800-8620-6845A7F27386}" srcId="{8C3A6CEB-24E1-4B07-B4B2-64F7E24F3B76}" destId="{410BB30A-030F-488A-854A-694F9916C8BA}" srcOrd="2" destOrd="0" parTransId="{76AD0612-FED0-46B6-87B6-4039B578B2AD}" sibTransId="{8936ABF8-9737-4D4C-825E-0AE894FEC8CC}"/>
    <dgm:cxn modelId="{745EC35F-C558-4248-9F79-BD82F6F29326}" type="presOf" srcId="{CF09E90E-6EB2-4921-BDAA-93EC2C9D6DED}" destId="{613999D1-309C-4276-965A-62DC11E69705}" srcOrd="0" destOrd="0" presId="urn:microsoft.com/office/officeart/2005/8/layout/vProcess5"/>
    <dgm:cxn modelId="{829BA06C-649B-49E7-9040-72761BAB0FCF}" srcId="{8C3A6CEB-24E1-4B07-B4B2-64F7E24F3B76}" destId="{79BCDBB0-24A3-4CD8-AEA1-624CB604F69D}" srcOrd="0" destOrd="0" parTransId="{056246A7-CA5C-4EEC-AA48-67B4B5B2434F}" sibTransId="{5A3E682E-779A-40F9-94C8-99DD9865C440}"/>
    <dgm:cxn modelId="{4E79DE58-F5C0-4FA7-B62E-540A0A439754}" type="presOf" srcId="{8C3A6CEB-24E1-4B07-B4B2-64F7E24F3B76}" destId="{EDB7CCDB-D8E3-44C3-9E0C-4ED474DC4672}" srcOrd="0" destOrd="0" presId="urn:microsoft.com/office/officeart/2005/8/layout/vProcess5"/>
    <dgm:cxn modelId="{EC575B95-425E-4350-B5DC-83C0675B4FCB}" type="presOf" srcId="{79BCDBB0-24A3-4CD8-AEA1-624CB604F69D}" destId="{0786A7C9-C31B-4418-BA74-BEBF1AA93999}" srcOrd="0" destOrd="0" presId="urn:microsoft.com/office/officeart/2005/8/layout/vProcess5"/>
    <dgm:cxn modelId="{588A9ADE-4FED-4719-84EB-62940D8DDF11}" srcId="{8C3A6CEB-24E1-4B07-B4B2-64F7E24F3B76}" destId="{CF09E90E-6EB2-4921-BDAA-93EC2C9D6DED}" srcOrd="1" destOrd="0" parTransId="{DDA5159E-46DF-4935-98D9-CFD6F55667FF}" sibTransId="{2BC3F9FF-B9BB-4AB4-8672-E0B5F9B81139}"/>
    <dgm:cxn modelId="{7293EADF-D08C-4B77-8B29-A0F2B51C4324}" type="presOf" srcId="{410BB30A-030F-488A-854A-694F9916C8BA}" destId="{49BBB3A2-8EE5-4CD1-973E-DEADE454B64E}" srcOrd="1" destOrd="0" presId="urn:microsoft.com/office/officeart/2005/8/layout/vProcess5"/>
    <dgm:cxn modelId="{70ACACE0-73C4-412D-BA6C-EC608E0F1427}" type="presOf" srcId="{CF09E90E-6EB2-4921-BDAA-93EC2C9D6DED}" destId="{1474A1D3-7A2D-4603-BDC7-CA74330F1AD3}" srcOrd="1" destOrd="0" presId="urn:microsoft.com/office/officeart/2005/8/layout/vProcess5"/>
    <dgm:cxn modelId="{174CEAF1-85CA-46C2-9AFF-61D7388F2759}" type="presOf" srcId="{410BB30A-030F-488A-854A-694F9916C8BA}" destId="{9ADF5B4B-2743-4252-84E8-0FB8D51C08E0}" srcOrd="0" destOrd="0" presId="urn:microsoft.com/office/officeart/2005/8/layout/vProcess5"/>
    <dgm:cxn modelId="{A900BF8F-D25E-4CBB-92F6-76EDDFFE690E}" type="presParOf" srcId="{EDB7CCDB-D8E3-44C3-9E0C-4ED474DC4672}" destId="{512D44A8-6F50-4D01-8555-6666C9959EDA}" srcOrd="0" destOrd="0" presId="urn:microsoft.com/office/officeart/2005/8/layout/vProcess5"/>
    <dgm:cxn modelId="{0A0815C6-63E7-4EE4-867B-32FFBD821EFA}" type="presParOf" srcId="{EDB7CCDB-D8E3-44C3-9E0C-4ED474DC4672}" destId="{0786A7C9-C31B-4418-BA74-BEBF1AA93999}" srcOrd="1" destOrd="0" presId="urn:microsoft.com/office/officeart/2005/8/layout/vProcess5"/>
    <dgm:cxn modelId="{0097075C-2C45-41B3-BC15-895FD6CCAEE9}" type="presParOf" srcId="{EDB7CCDB-D8E3-44C3-9E0C-4ED474DC4672}" destId="{613999D1-309C-4276-965A-62DC11E69705}" srcOrd="2" destOrd="0" presId="urn:microsoft.com/office/officeart/2005/8/layout/vProcess5"/>
    <dgm:cxn modelId="{29B3F4C8-90C2-46C3-BC44-86D987D7680B}" type="presParOf" srcId="{EDB7CCDB-D8E3-44C3-9E0C-4ED474DC4672}" destId="{9ADF5B4B-2743-4252-84E8-0FB8D51C08E0}" srcOrd="3" destOrd="0" presId="urn:microsoft.com/office/officeart/2005/8/layout/vProcess5"/>
    <dgm:cxn modelId="{AEB37511-0F37-4096-BAC4-C9ABE3EF5551}" type="presParOf" srcId="{EDB7CCDB-D8E3-44C3-9E0C-4ED474DC4672}" destId="{98750C5C-DE7F-4D2B-9D12-0F69B7B98B69}" srcOrd="4" destOrd="0" presId="urn:microsoft.com/office/officeart/2005/8/layout/vProcess5"/>
    <dgm:cxn modelId="{31A8E6F7-DCB3-4E0A-AC41-455D8243D86B}" type="presParOf" srcId="{EDB7CCDB-D8E3-44C3-9E0C-4ED474DC4672}" destId="{B7C784CC-AF00-429F-93EB-25238E7F32A9}" srcOrd="5" destOrd="0" presId="urn:microsoft.com/office/officeart/2005/8/layout/vProcess5"/>
    <dgm:cxn modelId="{1DCD2C97-6DA2-4F02-9F99-95882D929915}" type="presParOf" srcId="{EDB7CCDB-D8E3-44C3-9E0C-4ED474DC4672}" destId="{DB295443-6F83-44A5-9B44-608487606E12}" srcOrd="6" destOrd="0" presId="urn:microsoft.com/office/officeart/2005/8/layout/vProcess5"/>
    <dgm:cxn modelId="{ADB966A8-A79B-424B-84D8-10FA52F9CB1E}" type="presParOf" srcId="{EDB7CCDB-D8E3-44C3-9E0C-4ED474DC4672}" destId="{1474A1D3-7A2D-4603-BDC7-CA74330F1AD3}" srcOrd="7" destOrd="0" presId="urn:microsoft.com/office/officeart/2005/8/layout/vProcess5"/>
    <dgm:cxn modelId="{863E9A54-2DFA-45C5-9649-A20FF00BFA4F}" type="presParOf" srcId="{EDB7CCDB-D8E3-44C3-9E0C-4ED474DC4672}" destId="{49BBB3A2-8EE5-4CD1-973E-DEADE454B64E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2F488B16-78B0-485F-82EF-56B0054575E2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accent1_2" csCatId="accent1" phldr="1"/>
      <dgm:spPr/>
      <dgm:t>
        <a:bodyPr/>
        <a:lstStyle/>
        <a:p>
          <a:endParaRPr lang="en-US"/>
        </a:p>
      </dgm:t>
    </dgm:pt>
    <dgm:pt modelId="{4FE5651A-3F07-400E-8FFD-32BF3CF331D4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Promote long-term contracts</a:t>
          </a:r>
        </a:p>
      </dgm:t>
    </dgm:pt>
    <dgm:pt modelId="{BB719429-58D1-4D44-94DC-F5BE416CB380}" type="parTrans" cxnId="{8E7BF804-8B6C-4F28-9C8E-897113491E81}">
      <dgm:prSet/>
      <dgm:spPr/>
      <dgm:t>
        <a:bodyPr/>
        <a:lstStyle/>
        <a:p>
          <a:endParaRPr lang="en-US"/>
        </a:p>
      </dgm:t>
    </dgm:pt>
    <dgm:pt modelId="{381B1B87-67F2-4E05-80E9-1E8F15A0DC22}" type="sibTrans" cxnId="{8E7BF804-8B6C-4F28-9C8E-897113491E81}">
      <dgm:prSet/>
      <dgm:spPr/>
      <dgm:t>
        <a:bodyPr/>
        <a:lstStyle/>
        <a:p>
          <a:endParaRPr lang="en-US"/>
        </a:p>
      </dgm:t>
    </dgm:pt>
    <dgm:pt modelId="{78F7EF34-348B-4459-BD5A-7988DC91D585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Improve onboarding for new users</a:t>
          </a:r>
        </a:p>
      </dgm:t>
    </dgm:pt>
    <dgm:pt modelId="{D3A5EE07-BBB1-4D92-993A-34B3EC133A3D}" type="parTrans" cxnId="{66B45101-4453-4616-95A3-B1B576277DDC}">
      <dgm:prSet/>
      <dgm:spPr/>
      <dgm:t>
        <a:bodyPr/>
        <a:lstStyle/>
        <a:p>
          <a:endParaRPr lang="en-US"/>
        </a:p>
      </dgm:t>
    </dgm:pt>
    <dgm:pt modelId="{5F72BFC4-2BAE-496C-AF78-7EB20CCF720A}" type="sibTrans" cxnId="{66B45101-4453-4616-95A3-B1B576277DDC}">
      <dgm:prSet/>
      <dgm:spPr/>
      <dgm:t>
        <a:bodyPr/>
        <a:lstStyle/>
        <a:p>
          <a:endParaRPr lang="en-US"/>
        </a:p>
      </dgm:t>
    </dgm:pt>
    <dgm:pt modelId="{AF136005-9B43-4E69-AC2B-6B1E0B91F5B3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Target high-risk users with offers</a:t>
          </a:r>
        </a:p>
      </dgm:t>
    </dgm:pt>
    <dgm:pt modelId="{0E1C0CFC-6CF6-4746-AB61-43ADDD72E72E}" type="parTrans" cxnId="{45C29E93-3AAA-4CED-BC88-1866BC103E8D}">
      <dgm:prSet/>
      <dgm:spPr/>
      <dgm:t>
        <a:bodyPr/>
        <a:lstStyle/>
        <a:p>
          <a:endParaRPr lang="en-US"/>
        </a:p>
      </dgm:t>
    </dgm:pt>
    <dgm:pt modelId="{6B5E181A-83F7-4001-BDCD-95B7DA1ABB46}" type="sibTrans" cxnId="{45C29E93-3AAA-4CED-BC88-1866BC103E8D}">
      <dgm:prSet/>
      <dgm:spPr/>
      <dgm:t>
        <a:bodyPr/>
        <a:lstStyle/>
        <a:p>
          <a:endParaRPr lang="en-US"/>
        </a:p>
      </dgm:t>
    </dgm:pt>
    <dgm:pt modelId="{00FAC8F3-C00E-4218-A570-587ED4065A49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Enhance customer support services</a:t>
          </a:r>
        </a:p>
      </dgm:t>
    </dgm:pt>
    <dgm:pt modelId="{345C6936-0CB7-494F-BC61-B4F6A6EDB487}" type="parTrans" cxnId="{333F6ACB-E0FD-4A75-9DCC-534C63A82B61}">
      <dgm:prSet/>
      <dgm:spPr/>
      <dgm:t>
        <a:bodyPr/>
        <a:lstStyle/>
        <a:p>
          <a:endParaRPr lang="en-US"/>
        </a:p>
      </dgm:t>
    </dgm:pt>
    <dgm:pt modelId="{B5020678-EE28-4167-AC2C-F183E942B903}" type="sibTrans" cxnId="{333F6ACB-E0FD-4A75-9DCC-534C63A82B61}">
      <dgm:prSet/>
      <dgm:spPr/>
      <dgm:t>
        <a:bodyPr/>
        <a:lstStyle/>
        <a:p>
          <a:endParaRPr lang="en-US"/>
        </a:p>
      </dgm:t>
    </dgm:pt>
    <dgm:pt modelId="{C308DBBD-056C-4A3F-A2EC-89BA272F0C02}" type="pres">
      <dgm:prSet presAssocID="{2F488B16-78B0-485F-82EF-56B0054575E2}" presName="root" presStyleCnt="0">
        <dgm:presLayoutVars>
          <dgm:dir/>
          <dgm:resizeHandles val="exact"/>
        </dgm:presLayoutVars>
      </dgm:prSet>
      <dgm:spPr/>
    </dgm:pt>
    <dgm:pt modelId="{C0FA995A-697B-4233-87CE-3C94C471E7FE}" type="pres">
      <dgm:prSet presAssocID="{4FE5651A-3F07-400E-8FFD-32BF3CF331D4}" presName="compNode" presStyleCnt="0"/>
      <dgm:spPr/>
    </dgm:pt>
    <dgm:pt modelId="{4E7D97DF-CAC0-4C56-AD2D-25F9A15F247A}" type="pres">
      <dgm:prSet presAssocID="{4FE5651A-3F07-400E-8FFD-32BF3CF331D4}" presName="iconBgRect" presStyleLbl="bgShp" presStyleIdx="0" presStyleCnt="4"/>
      <dgm:spPr/>
    </dgm:pt>
    <dgm:pt modelId="{C5E46BC5-C89A-4C6E-BC5E-99E57B8DC273}" type="pres">
      <dgm:prSet presAssocID="{4FE5651A-3F07-400E-8FFD-32BF3CF331D4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5BD42998-0AB1-4984-9966-E8D33B96A0C7}" type="pres">
      <dgm:prSet presAssocID="{4FE5651A-3F07-400E-8FFD-32BF3CF331D4}" presName="spaceRect" presStyleCnt="0"/>
      <dgm:spPr/>
    </dgm:pt>
    <dgm:pt modelId="{FBE067FC-05AB-4FEE-94A2-A311834D2B50}" type="pres">
      <dgm:prSet presAssocID="{4FE5651A-3F07-400E-8FFD-32BF3CF331D4}" presName="textRect" presStyleLbl="revTx" presStyleIdx="0" presStyleCnt="4">
        <dgm:presLayoutVars>
          <dgm:chMax val="1"/>
          <dgm:chPref val="1"/>
        </dgm:presLayoutVars>
      </dgm:prSet>
      <dgm:spPr/>
    </dgm:pt>
    <dgm:pt modelId="{926AD1F0-6BE8-4538-A792-D15FEDDF8AF8}" type="pres">
      <dgm:prSet presAssocID="{381B1B87-67F2-4E05-80E9-1E8F15A0DC22}" presName="sibTrans" presStyleCnt="0"/>
      <dgm:spPr/>
    </dgm:pt>
    <dgm:pt modelId="{B0F8191C-BE8C-460D-BF72-D8332A48A35D}" type="pres">
      <dgm:prSet presAssocID="{78F7EF34-348B-4459-BD5A-7988DC91D585}" presName="compNode" presStyleCnt="0"/>
      <dgm:spPr/>
    </dgm:pt>
    <dgm:pt modelId="{ADB1E70E-7C6F-4BA4-B93F-1635563C751F}" type="pres">
      <dgm:prSet presAssocID="{78F7EF34-348B-4459-BD5A-7988DC91D585}" presName="iconBgRect" presStyleLbl="bgShp" presStyleIdx="1" presStyleCnt="4"/>
      <dgm:spPr/>
    </dgm:pt>
    <dgm:pt modelId="{C3BA7161-756A-4850-A4B1-5585A0470502}" type="pres">
      <dgm:prSet presAssocID="{78F7EF34-348B-4459-BD5A-7988DC91D585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BD4A5E54-4D92-412F-BB64-D5439D42E84E}" type="pres">
      <dgm:prSet presAssocID="{78F7EF34-348B-4459-BD5A-7988DC91D585}" presName="spaceRect" presStyleCnt="0"/>
      <dgm:spPr/>
    </dgm:pt>
    <dgm:pt modelId="{B9BB2120-E9E3-4F5B-8D7A-A825386D931E}" type="pres">
      <dgm:prSet presAssocID="{78F7EF34-348B-4459-BD5A-7988DC91D585}" presName="textRect" presStyleLbl="revTx" presStyleIdx="1" presStyleCnt="4">
        <dgm:presLayoutVars>
          <dgm:chMax val="1"/>
          <dgm:chPref val="1"/>
        </dgm:presLayoutVars>
      </dgm:prSet>
      <dgm:spPr/>
    </dgm:pt>
    <dgm:pt modelId="{4EC9C378-8796-4455-A3FA-B529BBFA0964}" type="pres">
      <dgm:prSet presAssocID="{5F72BFC4-2BAE-496C-AF78-7EB20CCF720A}" presName="sibTrans" presStyleCnt="0"/>
      <dgm:spPr/>
    </dgm:pt>
    <dgm:pt modelId="{29F23074-EB8C-4F1A-8308-AECD087F55E2}" type="pres">
      <dgm:prSet presAssocID="{AF136005-9B43-4E69-AC2B-6B1E0B91F5B3}" presName="compNode" presStyleCnt="0"/>
      <dgm:spPr/>
    </dgm:pt>
    <dgm:pt modelId="{3499BAA3-83C5-422A-B20D-73101CFE7F7F}" type="pres">
      <dgm:prSet presAssocID="{AF136005-9B43-4E69-AC2B-6B1E0B91F5B3}" presName="iconBgRect" presStyleLbl="bgShp" presStyleIdx="2" presStyleCnt="4"/>
      <dgm:spPr/>
    </dgm:pt>
    <dgm:pt modelId="{B98F8DEC-31BE-47AD-8277-DF317229E660}" type="pres">
      <dgm:prSet presAssocID="{AF136005-9B43-4E69-AC2B-6B1E0B91F5B3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tical disc"/>
        </a:ext>
      </dgm:extLst>
    </dgm:pt>
    <dgm:pt modelId="{2787183A-D44A-4D79-90FC-6649BBB0186B}" type="pres">
      <dgm:prSet presAssocID="{AF136005-9B43-4E69-AC2B-6B1E0B91F5B3}" presName="spaceRect" presStyleCnt="0"/>
      <dgm:spPr/>
    </dgm:pt>
    <dgm:pt modelId="{97F3F297-BE4E-4724-9C9F-4203B5AD569E}" type="pres">
      <dgm:prSet presAssocID="{AF136005-9B43-4E69-AC2B-6B1E0B91F5B3}" presName="textRect" presStyleLbl="revTx" presStyleIdx="2" presStyleCnt="4">
        <dgm:presLayoutVars>
          <dgm:chMax val="1"/>
          <dgm:chPref val="1"/>
        </dgm:presLayoutVars>
      </dgm:prSet>
      <dgm:spPr/>
    </dgm:pt>
    <dgm:pt modelId="{6756EBFA-C22D-45FD-BB8C-159D2CFA0761}" type="pres">
      <dgm:prSet presAssocID="{6B5E181A-83F7-4001-BDCD-95B7DA1ABB46}" presName="sibTrans" presStyleCnt="0"/>
      <dgm:spPr/>
    </dgm:pt>
    <dgm:pt modelId="{E4B51D75-F34E-4C4A-94BF-932B2058E929}" type="pres">
      <dgm:prSet presAssocID="{00FAC8F3-C00E-4218-A570-587ED4065A49}" presName="compNode" presStyleCnt="0"/>
      <dgm:spPr/>
    </dgm:pt>
    <dgm:pt modelId="{9DB172BA-19EF-41CC-AD06-EB5879C097CD}" type="pres">
      <dgm:prSet presAssocID="{00FAC8F3-C00E-4218-A570-587ED4065A49}" presName="iconBgRect" presStyleLbl="bgShp" presStyleIdx="3" presStyleCnt="4"/>
      <dgm:spPr/>
    </dgm:pt>
    <dgm:pt modelId="{81393471-0BE1-4AB8-B2DB-8393416FAF36}" type="pres">
      <dgm:prSet presAssocID="{00FAC8F3-C00E-4218-A570-587ED4065A49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ll center"/>
        </a:ext>
      </dgm:extLst>
    </dgm:pt>
    <dgm:pt modelId="{BACEB445-74B3-49DB-AC05-D28643E01200}" type="pres">
      <dgm:prSet presAssocID="{00FAC8F3-C00E-4218-A570-587ED4065A49}" presName="spaceRect" presStyleCnt="0"/>
      <dgm:spPr/>
    </dgm:pt>
    <dgm:pt modelId="{B52A6717-AE80-4FCD-A5BE-33451C402353}" type="pres">
      <dgm:prSet presAssocID="{00FAC8F3-C00E-4218-A570-587ED4065A49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66B45101-4453-4616-95A3-B1B576277DDC}" srcId="{2F488B16-78B0-485F-82EF-56B0054575E2}" destId="{78F7EF34-348B-4459-BD5A-7988DC91D585}" srcOrd="1" destOrd="0" parTransId="{D3A5EE07-BBB1-4D92-993A-34B3EC133A3D}" sibTransId="{5F72BFC4-2BAE-496C-AF78-7EB20CCF720A}"/>
    <dgm:cxn modelId="{8E7BF804-8B6C-4F28-9C8E-897113491E81}" srcId="{2F488B16-78B0-485F-82EF-56B0054575E2}" destId="{4FE5651A-3F07-400E-8FFD-32BF3CF331D4}" srcOrd="0" destOrd="0" parTransId="{BB719429-58D1-4D44-94DC-F5BE416CB380}" sibTransId="{381B1B87-67F2-4E05-80E9-1E8F15A0DC22}"/>
    <dgm:cxn modelId="{94DE035F-6815-4895-9E87-5BF2F45BB474}" type="presOf" srcId="{00FAC8F3-C00E-4218-A570-587ED4065A49}" destId="{B52A6717-AE80-4FCD-A5BE-33451C402353}" srcOrd="0" destOrd="0" presId="urn:microsoft.com/office/officeart/2018/5/layout/IconCircleLabelList"/>
    <dgm:cxn modelId="{CE400B66-EEE0-4CB9-A7DE-96B8997EC8F4}" type="presOf" srcId="{AF136005-9B43-4E69-AC2B-6B1E0B91F5B3}" destId="{97F3F297-BE4E-4724-9C9F-4203B5AD569E}" srcOrd="0" destOrd="0" presId="urn:microsoft.com/office/officeart/2018/5/layout/IconCircleLabelList"/>
    <dgm:cxn modelId="{B86DF95A-6B0E-4EEC-BFBD-7D82642FAA05}" type="presOf" srcId="{2F488B16-78B0-485F-82EF-56B0054575E2}" destId="{C308DBBD-056C-4A3F-A2EC-89BA272F0C02}" srcOrd="0" destOrd="0" presId="urn:microsoft.com/office/officeart/2018/5/layout/IconCircleLabelList"/>
    <dgm:cxn modelId="{479B3F83-A5AB-4D25-978A-85305F453618}" type="presOf" srcId="{78F7EF34-348B-4459-BD5A-7988DC91D585}" destId="{B9BB2120-E9E3-4F5B-8D7A-A825386D931E}" srcOrd="0" destOrd="0" presId="urn:microsoft.com/office/officeart/2018/5/layout/IconCircleLabelList"/>
    <dgm:cxn modelId="{45C29E93-3AAA-4CED-BC88-1866BC103E8D}" srcId="{2F488B16-78B0-485F-82EF-56B0054575E2}" destId="{AF136005-9B43-4E69-AC2B-6B1E0B91F5B3}" srcOrd="2" destOrd="0" parTransId="{0E1C0CFC-6CF6-4746-AB61-43ADDD72E72E}" sibTransId="{6B5E181A-83F7-4001-BDCD-95B7DA1ABB46}"/>
    <dgm:cxn modelId="{333F6ACB-E0FD-4A75-9DCC-534C63A82B61}" srcId="{2F488B16-78B0-485F-82EF-56B0054575E2}" destId="{00FAC8F3-C00E-4218-A570-587ED4065A49}" srcOrd="3" destOrd="0" parTransId="{345C6936-0CB7-494F-BC61-B4F6A6EDB487}" sibTransId="{B5020678-EE28-4167-AC2C-F183E942B903}"/>
    <dgm:cxn modelId="{806A47DC-1726-46E8-BD73-36E6B4E5926A}" type="presOf" srcId="{4FE5651A-3F07-400E-8FFD-32BF3CF331D4}" destId="{FBE067FC-05AB-4FEE-94A2-A311834D2B50}" srcOrd="0" destOrd="0" presId="urn:microsoft.com/office/officeart/2018/5/layout/IconCircleLabelList"/>
    <dgm:cxn modelId="{740153A1-18D9-43B6-BF7A-3EFAC52059B1}" type="presParOf" srcId="{C308DBBD-056C-4A3F-A2EC-89BA272F0C02}" destId="{C0FA995A-697B-4233-87CE-3C94C471E7FE}" srcOrd="0" destOrd="0" presId="urn:microsoft.com/office/officeart/2018/5/layout/IconCircleLabelList"/>
    <dgm:cxn modelId="{837D538B-8003-4FA9-A5BD-43E9E7735AEE}" type="presParOf" srcId="{C0FA995A-697B-4233-87CE-3C94C471E7FE}" destId="{4E7D97DF-CAC0-4C56-AD2D-25F9A15F247A}" srcOrd="0" destOrd="0" presId="urn:microsoft.com/office/officeart/2018/5/layout/IconCircleLabelList"/>
    <dgm:cxn modelId="{A3F19B4E-C2D8-4F41-96C3-F35D3E3B7C50}" type="presParOf" srcId="{C0FA995A-697B-4233-87CE-3C94C471E7FE}" destId="{C5E46BC5-C89A-4C6E-BC5E-99E57B8DC273}" srcOrd="1" destOrd="0" presId="urn:microsoft.com/office/officeart/2018/5/layout/IconCircleLabelList"/>
    <dgm:cxn modelId="{C033638E-EE50-44F0-B25D-04A92A41065E}" type="presParOf" srcId="{C0FA995A-697B-4233-87CE-3C94C471E7FE}" destId="{5BD42998-0AB1-4984-9966-E8D33B96A0C7}" srcOrd="2" destOrd="0" presId="urn:microsoft.com/office/officeart/2018/5/layout/IconCircleLabelList"/>
    <dgm:cxn modelId="{8972320F-F5C0-489C-BC5A-204DEEE98887}" type="presParOf" srcId="{C0FA995A-697B-4233-87CE-3C94C471E7FE}" destId="{FBE067FC-05AB-4FEE-94A2-A311834D2B50}" srcOrd="3" destOrd="0" presId="urn:microsoft.com/office/officeart/2018/5/layout/IconCircleLabelList"/>
    <dgm:cxn modelId="{4CFABBFE-56BB-4FB2-A56C-AD565100CF07}" type="presParOf" srcId="{C308DBBD-056C-4A3F-A2EC-89BA272F0C02}" destId="{926AD1F0-6BE8-4538-A792-D15FEDDF8AF8}" srcOrd="1" destOrd="0" presId="urn:microsoft.com/office/officeart/2018/5/layout/IconCircleLabelList"/>
    <dgm:cxn modelId="{36572413-468F-45C2-BCEE-A57628712180}" type="presParOf" srcId="{C308DBBD-056C-4A3F-A2EC-89BA272F0C02}" destId="{B0F8191C-BE8C-460D-BF72-D8332A48A35D}" srcOrd="2" destOrd="0" presId="urn:microsoft.com/office/officeart/2018/5/layout/IconCircleLabelList"/>
    <dgm:cxn modelId="{70298788-A7AB-4C75-877B-D27BFD963909}" type="presParOf" srcId="{B0F8191C-BE8C-460D-BF72-D8332A48A35D}" destId="{ADB1E70E-7C6F-4BA4-B93F-1635563C751F}" srcOrd="0" destOrd="0" presId="urn:microsoft.com/office/officeart/2018/5/layout/IconCircleLabelList"/>
    <dgm:cxn modelId="{83E5024B-4A0D-4F97-8B58-FBC1D02562FE}" type="presParOf" srcId="{B0F8191C-BE8C-460D-BF72-D8332A48A35D}" destId="{C3BA7161-756A-4850-A4B1-5585A0470502}" srcOrd="1" destOrd="0" presId="urn:microsoft.com/office/officeart/2018/5/layout/IconCircleLabelList"/>
    <dgm:cxn modelId="{38FC6C39-9D6B-493C-AD43-E6A46B1A1804}" type="presParOf" srcId="{B0F8191C-BE8C-460D-BF72-D8332A48A35D}" destId="{BD4A5E54-4D92-412F-BB64-D5439D42E84E}" srcOrd="2" destOrd="0" presId="urn:microsoft.com/office/officeart/2018/5/layout/IconCircleLabelList"/>
    <dgm:cxn modelId="{4D7E60B2-7009-4036-9B75-F407039A4043}" type="presParOf" srcId="{B0F8191C-BE8C-460D-BF72-D8332A48A35D}" destId="{B9BB2120-E9E3-4F5B-8D7A-A825386D931E}" srcOrd="3" destOrd="0" presId="urn:microsoft.com/office/officeart/2018/5/layout/IconCircleLabelList"/>
    <dgm:cxn modelId="{6E14EA8E-056F-4DBB-A599-8EE639741756}" type="presParOf" srcId="{C308DBBD-056C-4A3F-A2EC-89BA272F0C02}" destId="{4EC9C378-8796-4455-A3FA-B529BBFA0964}" srcOrd="3" destOrd="0" presId="urn:microsoft.com/office/officeart/2018/5/layout/IconCircleLabelList"/>
    <dgm:cxn modelId="{DF529DD2-8289-4B5D-827E-9C1B16358EFE}" type="presParOf" srcId="{C308DBBD-056C-4A3F-A2EC-89BA272F0C02}" destId="{29F23074-EB8C-4F1A-8308-AECD087F55E2}" srcOrd="4" destOrd="0" presId="urn:microsoft.com/office/officeart/2018/5/layout/IconCircleLabelList"/>
    <dgm:cxn modelId="{09834487-05CD-4FC0-907D-C1B63E1B569B}" type="presParOf" srcId="{29F23074-EB8C-4F1A-8308-AECD087F55E2}" destId="{3499BAA3-83C5-422A-B20D-73101CFE7F7F}" srcOrd="0" destOrd="0" presId="urn:microsoft.com/office/officeart/2018/5/layout/IconCircleLabelList"/>
    <dgm:cxn modelId="{AB12E3E3-2082-43C4-B835-7667F214F039}" type="presParOf" srcId="{29F23074-EB8C-4F1A-8308-AECD087F55E2}" destId="{B98F8DEC-31BE-47AD-8277-DF317229E660}" srcOrd="1" destOrd="0" presId="urn:microsoft.com/office/officeart/2018/5/layout/IconCircleLabelList"/>
    <dgm:cxn modelId="{3FD2791D-B47F-471D-A15F-C74E4A242A86}" type="presParOf" srcId="{29F23074-EB8C-4F1A-8308-AECD087F55E2}" destId="{2787183A-D44A-4D79-90FC-6649BBB0186B}" srcOrd="2" destOrd="0" presId="urn:microsoft.com/office/officeart/2018/5/layout/IconCircleLabelList"/>
    <dgm:cxn modelId="{13AC4CBB-DD3A-4C99-9304-EC80C5B76369}" type="presParOf" srcId="{29F23074-EB8C-4F1A-8308-AECD087F55E2}" destId="{97F3F297-BE4E-4724-9C9F-4203B5AD569E}" srcOrd="3" destOrd="0" presId="urn:microsoft.com/office/officeart/2018/5/layout/IconCircleLabelList"/>
    <dgm:cxn modelId="{0838B993-717F-4D36-AF86-BC94E6A0CAF3}" type="presParOf" srcId="{C308DBBD-056C-4A3F-A2EC-89BA272F0C02}" destId="{6756EBFA-C22D-45FD-BB8C-159D2CFA0761}" srcOrd="5" destOrd="0" presId="urn:microsoft.com/office/officeart/2018/5/layout/IconCircleLabelList"/>
    <dgm:cxn modelId="{A5E8DA02-8AB7-4859-AC0D-7CB52CA35495}" type="presParOf" srcId="{C308DBBD-056C-4A3F-A2EC-89BA272F0C02}" destId="{E4B51D75-F34E-4C4A-94BF-932B2058E929}" srcOrd="6" destOrd="0" presId="urn:microsoft.com/office/officeart/2018/5/layout/IconCircleLabelList"/>
    <dgm:cxn modelId="{D981F31F-550B-4B90-A0C7-2AA2A70B26F0}" type="presParOf" srcId="{E4B51D75-F34E-4C4A-94BF-932B2058E929}" destId="{9DB172BA-19EF-41CC-AD06-EB5879C097CD}" srcOrd="0" destOrd="0" presId="urn:microsoft.com/office/officeart/2018/5/layout/IconCircleLabelList"/>
    <dgm:cxn modelId="{60EA51CC-A0DD-4B4B-86B2-8D08A2C20D7E}" type="presParOf" srcId="{E4B51D75-F34E-4C4A-94BF-932B2058E929}" destId="{81393471-0BE1-4AB8-B2DB-8393416FAF36}" srcOrd="1" destOrd="0" presId="urn:microsoft.com/office/officeart/2018/5/layout/IconCircleLabelList"/>
    <dgm:cxn modelId="{214DABCA-4A0C-4A2E-B6E4-5FEBAE3934AA}" type="presParOf" srcId="{E4B51D75-F34E-4C4A-94BF-932B2058E929}" destId="{BACEB445-74B3-49DB-AC05-D28643E01200}" srcOrd="2" destOrd="0" presId="urn:microsoft.com/office/officeart/2018/5/layout/IconCircleLabelList"/>
    <dgm:cxn modelId="{61B2ABF6-DE65-4594-B0FE-D60868B937DE}" type="presParOf" srcId="{E4B51D75-F34E-4C4A-94BF-932B2058E929}" destId="{B52A6717-AE80-4FCD-A5BE-33451C402353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E3ECCF2B-9E2D-4046-8936-6B38C02DA4CD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F85BBD2B-BDEF-431D-80C0-47E711DF76C1}">
      <dgm:prSet/>
      <dgm:spPr/>
      <dgm:t>
        <a:bodyPr/>
        <a:lstStyle/>
        <a:p>
          <a:pPr>
            <a:defRPr cap="all"/>
          </a:pPr>
          <a:r>
            <a:rPr lang="en-US"/>
            <a:t>Data-driven decisions can reduce churn</a:t>
          </a:r>
        </a:p>
      </dgm:t>
    </dgm:pt>
    <dgm:pt modelId="{10CF3FA0-CE6A-4EF6-8D20-6AF8C147F116}" type="parTrans" cxnId="{37EF99A4-398C-4795-87B7-EF9907533BA3}">
      <dgm:prSet/>
      <dgm:spPr/>
      <dgm:t>
        <a:bodyPr/>
        <a:lstStyle/>
        <a:p>
          <a:endParaRPr lang="en-US"/>
        </a:p>
      </dgm:t>
    </dgm:pt>
    <dgm:pt modelId="{E22F9AF1-23C1-4073-BE9C-966EF314A22A}" type="sibTrans" cxnId="{37EF99A4-398C-4795-87B7-EF9907533BA3}">
      <dgm:prSet/>
      <dgm:spPr/>
      <dgm:t>
        <a:bodyPr/>
        <a:lstStyle/>
        <a:p>
          <a:endParaRPr lang="en-US"/>
        </a:p>
      </dgm:t>
    </dgm:pt>
    <dgm:pt modelId="{3CA2BD46-A086-49EB-83B4-E0D891ECAEA5}">
      <dgm:prSet/>
      <dgm:spPr/>
      <dgm:t>
        <a:bodyPr/>
        <a:lstStyle/>
        <a:p>
          <a:pPr>
            <a:defRPr cap="all"/>
          </a:pPr>
          <a:r>
            <a:rPr lang="en-US" dirty="0"/>
            <a:t>Improves customer retention and drives revenue growth</a:t>
          </a:r>
        </a:p>
      </dgm:t>
    </dgm:pt>
    <dgm:pt modelId="{8808FDF7-9722-4CF2-852D-B5AE79ED22A1}" type="parTrans" cxnId="{A06507E5-AEF6-49E7-BEF8-C9AE61BD0BE3}">
      <dgm:prSet/>
      <dgm:spPr/>
      <dgm:t>
        <a:bodyPr/>
        <a:lstStyle/>
        <a:p>
          <a:endParaRPr lang="en-US"/>
        </a:p>
      </dgm:t>
    </dgm:pt>
    <dgm:pt modelId="{3E864027-3487-4882-8DAA-EA83B6BBB076}" type="sibTrans" cxnId="{A06507E5-AEF6-49E7-BEF8-C9AE61BD0BE3}">
      <dgm:prSet/>
      <dgm:spPr/>
      <dgm:t>
        <a:bodyPr/>
        <a:lstStyle/>
        <a:p>
          <a:endParaRPr lang="en-US"/>
        </a:p>
      </dgm:t>
    </dgm:pt>
    <dgm:pt modelId="{F5DB1182-3686-4A55-9F58-4B399D8856F3}">
      <dgm:prSet/>
      <dgm:spPr/>
      <dgm:t>
        <a:bodyPr/>
        <a:lstStyle/>
        <a:p>
          <a:pPr>
            <a:defRPr cap="all"/>
          </a:pPr>
          <a:r>
            <a:rPr lang="en-US"/>
            <a:t>Scalable solution for business teams</a:t>
          </a:r>
        </a:p>
      </dgm:t>
    </dgm:pt>
    <dgm:pt modelId="{D2B08E2C-82F7-44A7-9209-57D2D5542F4B}" type="parTrans" cxnId="{F36D7B78-EFD7-4453-893D-CFB86C0FFF78}">
      <dgm:prSet/>
      <dgm:spPr/>
      <dgm:t>
        <a:bodyPr/>
        <a:lstStyle/>
        <a:p>
          <a:endParaRPr lang="en-US"/>
        </a:p>
      </dgm:t>
    </dgm:pt>
    <dgm:pt modelId="{9D58254D-4A63-4E8C-A2D2-1633EBCE18E1}" type="sibTrans" cxnId="{F36D7B78-EFD7-4453-893D-CFB86C0FFF78}">
      <dgm:prSet/>
      <dgm:spPr/>
      <dgm:t>
        <a:bodyPr/>
        <a:lstStyle/>
        <a:p>
          <a:endParaRPr lang="en-US"/>
        </a:p>
      </dgm:t>
    </dgm:pt>
    <dgm:pt modelId="{F1834D44-2189-473C-96C1-36E3789975C6}" type="pres">
      <dgm:prSet presAssocID="{E3ECCF2B-9E2D-4046-8936-6B38C02DA4CD}" presName="root" presStyleCnt="0">
        <dgm:presLayoutVars>
          <dgm:dir/>
          <dgm:resizeHandles val="exact"/>
        </dgm:presLayoutVars>
      </dgm:prSet>
      <dgm:spPr/>
    </dgm:pt>
    <dgm:pt modelId="{C0734E79-412B-4CCF-A7EE-2E234CC19D5A}" type="pres">
      <dgm:prSet presAssocID="{F85BBD2B-BDEF-431D-80C0-47E711DF76C1}" presName="compNode" presStyleCnt="0"/>
      <dgm:spPr/>
    </dgm:pt>
    <dgm:pt modelId="{94D17E28-6FE2-433D-8043-C4903C2147EF}" type="pres">
      <dgm:prSet presAssocID="{F85BBD2B-BDEF-431D-80C0-47E711DF76C1}" presName="iconBgRect" presStyleLbl="bgShp" presStyleIdx="0" presStyleCnt="3"/>
      <dgm:spPr/>
    </dgm:pt>
    <dgm:pt modelId="{75F849A1-76F0-42F9-B191-E882981DAD47}" type="pres">
      <dgm:prSet presAssocID="{F85BBD2B-BDEF-431D-80C0-47E711DF76C1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1AB0EFB2-01F1-4025-92BC-B6943AFEC686}" type="pres">
      <dgm:prSet presAssocID="{F85BBD2B-BDEF-431D-80C0-47E711DF76C1}" presName="spaceRect" presStyleCnt="0"/>
      <dgm:spPr/>
    </dgm:pt>
    <dgm:pt modelId="{91BD2BCF-47C9-4524-BF54-DDEA42007201}" type="pres">
      <dgm:prSet presAssocID="{F85BBD2B-BDEF-431D-80C0-47E711DF76C1}" presName="textRect" presStyleLbl="revTx" presStyleIdx="0" presStyleCnt="3">
        <dgm:presLayoutVars>
          <dgm:chMax val="1"/>
          <dgm:chPref val="1"/>
        </dgm:presLayoutVars>
      </dgm:prSet>
      <dgm:spPr/>
    </dgm:pt>
    <dgm:pt modelId="{E73B16AF-FED9-4EE6-97E6-EFA5A3356F3B}" type="pres">
      <dgm:prSet presAssocID="{E22F9AF1-23C1-4073-BE9C-966EF314A22A}" presName="sibTrans" presStyleCnt="0"/>
      <dgm:spPr/>
    </dgm:pt>
    <dgm:pt modelId="{0B70A927-5517-41E1-88EC-8E860D48E4CE}" type="pres">
      <dgm:prSet presAssocID="{3CA2BD46-A086-49EB-83B4-E0D891ECAEA5}" presName="compNode" presStyleCnt="0"/>
      <dgm:spPr/>
    </dgm:pt>
    <dgm:pt modelId="{3C2A0F2C-7770-467E-B8B5-CE674D07B009}" type="pres">
      <dgm:prSet presAssocID="{3CA2BD46-A086-49EB-83B4-E0D891ECAEA5}" presName="iconBgRect" presStyleLbl="bgShp" presStyleIdx="1" presStyleCnt="3"/>
      <dgm:spPr/>
    </dgm:pt>
    <dgm:pt modelId="{D9EA9560-7B13-4E56-9200-A0439951BDA0}" type="pres">
      <dgm:prSet presAssocID="{3CA2BD46-A086-49EB-83B4-E0D891ECAEA5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24995F3C-EBEA-4229-9342-431905DD5949}" type="pres">
      <dgm:prSet presAssocID="{3CA2BD46-A086-49EB-83B4-E0D891ECAEA5}" presName="spaceRect" presStyleCnt="0"/>
      <dgm:spPr/>
    </dgm:pt>
    <dgm:pt modelId="{1FE7961C-DE3C-4860-8C51-C0C9E0770D45}" type="pres">
      <dgm:prSet presAssocID="{3CA2BD46-A086-49EB-83B4-E0D891ECAEA5}" presName="textRect" presStyleLbl="revTx" presStyleIdx="1" presStyleCnt="3">
        <dgm:presLayoutVars>
          <dgm:chMax val="1"/>
          <dgm:chPref val="1"/>
        </dgm:presLayoutVars>
      </dgm:prSet>
      <dgm:spPr/>
    </dgm:pt>
    <dgm:pt modelId="{7CFD9A44-E7C9-406F-8004-6E0CC3E788B3}" type="pres">
      <dgm:prSet presAssocID="{3E864027-3487-4882-8DAA-EA83B6BBB076}" presName="sibTrans" presStyleCnt="0"/>
      <dgm:spPr/>
    </dgm:pt>
    <dgm:pt modelId="{471F998E-3566-4A45-929B-E8A3533E4D37}" type="pres">
      <dgm:prSet presAssocID="{F5DB1182-3686-4A55-9F58-4B399D8856F3}" presName="compNode" presStyleCnt="0"/>
      <dgm:spPr/>
    </dgm:pt>
    <dgm:pt modelId="{78786DB4-B06D-4618-92B8-43A60744A55B}" type="pres">
      <dgm:prSet presAssocID="{F5DB1182-3686-4A55-9F58-4B399D8856F3}" presName="iconBgRect" presStyleLbl="bgShp" presStyleIdx="2" presStyleCnt="3"/>
      <dgm:spPr/>
    </dgm:pt>
    <dgm:pt modelId="{79216BF2-5517-452B-9154-2D5F972F1160}" type="pres">
      <dgm:prSet presAssocID="{F5DB1182-3686-4A55-9F58-4B399D8856F3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twork"/>
        </a:ext>
      </dgm:extLst>
    </dgm:pt>
    <dgm:pt modelId="{71924151-E190-42E0-B6ED-89584ACC67A5}" type="pres">
      <dgm:prSet presAssocID="{F5DB1182-3686-4A55-9F58-4B399D8856F3}" presName="spaceRect" presStyleCnt="0"/>
      <dgm:spPr/>
    </dgm:pt>
    <dgm:pt modelId="{96371083-CB4F-489D-BEEF-671635B344E2}" type="pres">
      <dgm:prSet presAssocID="{F5DB1182-3686-4A55-9F58-4B399D8856F3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F36D7B78-EFD7-4453-893D-CFB86C0FFF78}" srcId="{E3ECCF2B-9E2D-4046-8936-6B38C02DA4CD}" destId="{F5DB1182-3686-4A55-9F58-4B399D8856F3}" srcOrd="2" destOrd="0" parTransId="{D2B08E2C-82F7-44A7-9209-57D2D5542F4B}" sibTransId="{9D58254D-4A63-4E8C-A2D2-1633EBCE18E1}"/>
    <dgm:cxn modelId="{6B77E09E-C55E-4752-9FDB-2CFA6CD20058}" type="presOf" srcId="{F85BBD2B-BDEF-431D-80C0-47E711DF76C1}" destId="{91BD2BCF-47C9-4524-BF54-DDEA42007201}" srcOrd="0" destOrd="0" presId="urn:microsoft.com/office/officeart/2018/5/layout/IconCircleLabelList"/>
    <dgm:cxn modelId="{EAD382A2-4133-420D-86C5-7B29100DF1D0}" type="presOf" srcId="{E3ECCF2B-9E2D-4046-8936-6B38C02DA4CD}" destId="{F1834D44-2189-473C-96C1-36E3789975C6}" srcOrd="0" destOrd="0" presId="urn:microsoft.com/office/officeart/2018/5/layout/IconCircleLabelList"/>
    <dgm:cxn modelId="{37EF99A4-398C-4795-87B7-EF9907533BA3}" srcId="{E3ECCF2B-9E2D-4046-8936-6B38C02DA4CD}" destId="{F85BBD2B-BDEF-431D-80C0-47E711DF76C1}" srcOrd="0" destOrd="0" parTransId="{10CF3FA0-CE6A-4EF6-8D20-6AF8C147F116}" sibTransId="{E22F9AF1-23C1-4073-BE9C-966EF314A22A}"/>
    <dgm:cxn modelId="{A06507E5-AEF6-49E7-BEF8-C9AE61BD0BE3}" srcId="{E3ECCF2B-9E2D-4046-8936-6B38C02DA4CD}" destId="{3CA2BD46-A086-49EB-83B4-E0D891ECAEA5}" srcOrd="1" destOrd="0" parTransId="{8808FDF7-9722-4CF2-852D-B5AE79ED22A1}" sibTransId="{3E864027-3487-4882-8DAA-EA83B6BBB076}"/>
    <dgm:cxn modelId="{6BB365F0-F665-4BC3-B9CC-2947F8EF198A}" type="presOf" srcId="{F5DB1182-3686-4A55-9F58-4B399D8856F3}" destId="{96371083-CB4F-489D-BEEF-671635B344E2}" srcOrd="0" destOrd="0" presId="urn:microsoft.com/office/officeart/2018/5/layout/IconCircleLabelList"/>
    <dgm:cxn modelId="{312B51F9-9741-4503-BF19-2BE87DD44D54}" type="presOf" srcId="{3CA2BD46-A086-49EB-83B4-E0D891ECAEA5}" destId="{1FE7961C-DE3C-4860-8C51-C0C9E0770D45}" srcOrd="0" destOrd="0" presId="urn:microsoft.com/office/officeart/2018/5/layout/IconCircleLabelList"/>
    <dgm:cxn modelId="{595BA549-DE7A-411A-BF78-250398B0802C}" type="presParOf" srcId="{F1834D44-2189-473C-96C1-36E3789975C6}" destId="{C0734E79-412B-4CCF-A7EE-2E234CC19D5A}" srcOrd="0" destOrd="0" presId="urn:microsoft.com/office/officeart/2018/5/layout/IconCircleLabelList"/>
    <dgm:cxn modelId="{FE9EF183-7F07-4414-A45C-7F3889F4CC1C}" type="presParOf" srcId="{C0734E79-412B-4CCF-A7EE-2E234CC19D5A}" destId="{94D17E28-6FE2-433D-8043-C4903C2147EF}" srcOrd="0" destOrd="0" presId="urn:microsoft.com/office/officeart/2018/5/layout/IconCircleLabelList"/>
    <dgm:cxn modelId="{9642341E-9C10-4C99-835C-FF9B33D19677}" type="presParOf" srcId="{C0734E79-412B-4CCF-A7EE-2E234CC19D5A}" destId="{75F849A1-76F0-42F9-B191-E882981DAD47}" srcOrd="1" destOrd="0" presId="urn:microsoft.com/office/officeart/2018/5/layout/IconCircleLabelList"/>
    <dgm:cxn modelId="{0900F6BA-1762-43DC-A9BD-9E6BF5300FDA}" type="presParOf" srcId="{C0734E79-412B-4CCF-A7EE-2E234CC19D5A}" destId="{1AB0EFB2-01F1-4025-92BC-B6943AFEC686}" srcOrd="2" destOrd="0" presId="urn:microsoft.com/office/officeart/2018/5/layout/IconCircleLabelList"/>
    <dgm:cxn modelId="{5F61E4B6-143A-40F8-8D8E-96B537416F2A}" type="presParOf" srcId="{C0734E79-412B-4CCF-A7EE-2E234CC19D5A}" destId="{91BD2BCF-47C9-4524-BF54-DDEA42007201}" srcOrd="3" destOrd="0" presId="urn:microsoft.com/office/officeart/2018/5/layout/IconCircleLabelList"/>
    <dgm:cxn modelId="{877A7A8D-9DD3-46A9-96CA-C5B9A0733127}" type="presParOf" srcId="{F1834D44-2189-473C-96C1-36E3789975C6}" destId="{E73B16AF-FED9-4EE6-97E6-EFA5A3356F3B}" srcOrd="1" destOrd="0" presId="urn:microsoft.com/office/officeart/2018/5/layout/IconCircleLabelList"/>
    <dgm:cxn modelId="{E6C2072A-EBB0-4A27-B004-C9EEFF5E5F34}" type="presParOf" srcId="{F1834D44-2189-473C-96C1-36E3789975C6}" destId="{0B70A927-5517-41E1-88EC-8E860D48E4CE}" srcOrd="2" destOrd="0" presId="urn:microsoft.com/office/officeart/2018/5/layout/IconCircleLabelList"/>
    <dgm:cxn modelId="{CF50219D-6DC5-4E96-A3C6-6798F37CBCF3}" type="presParOf" srcId="{0B70A927-5517-41E1-88EC-8E860D48E4CE}" destId="{3C2A0F2C-7770-467E-B8B5-CE674D07B009}" srcOrd="0" destOrd="0" presId="urn:microsoft.com/office/officeart/2018/5/layout/IconCircleLabelList"/>
    <dgm:cxn modelId="{4AC49E5A-E835-4B08-9447-A5A3ACF04211}" type="presParOf" srcId="{0B70A927-5517-41E1-88EC-8E860D48E4CE}" destId="{D9EA9560-7B13-4E56-9200-A0439951BDA0}" srcOrd="1" destOrd="0" presId="urn:microsoft.com/office/officeart/2018/5/layout/IconCircleLabelList"/>
    <dgm:cxn modelId="{A599C976-BE83-404B-A2FC-3E88183DB085}" type="presParOf" srcId="{0B70A927-5517-41E1-88EC-8E860D48E4CE}" destId="{24995F3C-EBEA-4229-9342-431905DD5949}" srcOrd="2" destOrd="0" presId="urn:microsoft.com/office/officeart/2018/5/layout/IconCircleLabelList"/>
    <dgm:cxn modelId="{9F5CF0C0-71DB-4750-8F35-6B1951AB7F28}" type="presParOf" srcId="{0B70A927-5517-41E1-88EC-8E860D48E4CE}" destId="{1FE7961C-DE3C-4860-8C51-C0C9E0770D45}" srcOrd="3" destOrd="0" presId="urn:microsoft.com/office/officeart/2018/5/layout/IconCircleLabelList"/>
    <dgm:cxn modelId="{965EB970-F9A5-456F-AB47-D515D888CAB5}" type="presParOf" srcId="{F1834D44-2189-473C-96C1-36E3789975C6}" destId="{7CFD9A44-E7C9-406F-8004-6E0CC3E788B3}" srcOrd="3" destOrd="0" presId="urn:microsoft.com/office/officeart/2018/5/layout/IconCircleLabelList"/>
    <dgm:cxn modelId="{21641E56-A4D0-4DA3-8D88-36EB64ED2D40}" type="presParOf" srcId="{F1834D44-2189-473C-96C1-36E3789975C6}" destId="{471F998E-3566-4A45-929B-E8A3533E4D37}" srcOrd="4" destOrd="0" presId="urn:microsoft.com/office/officeart/2018/5/layout/IconCircleLabelList"/>
    <dgm:cxn modelId="{AA06F27D-6003-4039-80D3-92DCF237DCE4}" type="presParOf" srcId="{471F998E-3566-4A45-929B-E8A3533E4D37}" destId="{78786DB4-B06D-4618-92B8-43A60744A55B}" srcOrd="0" destOrd="0" presId="urn:microsoft.com/office/officeart/2018/5/layout/IconCircleLabelList"/>
    <dgm:cxn modelId="{A8F2115C-A6C2-4A76-9FCD-E73C10ED3BC0}" type="presParOf" srcId="{471F998E-3566-4A45-929B-E8A3533E4D37}" destId="{79216BF2-5517-452B-9154-2D5F972F1160}" srcOrd="1" destOrd="0" presId="urn:microsoft.com/office/officeart/2018/5/layout/IconCircleLabelList"/>
    <dgm:cxn modelId="{DE1BFF24-D932-4986-A92B-DDA4FD1C5CD3}" type="presParOf" srcId="{471F998E-3566-4A45-929B-E8A3533E4D37}" destId="{71924151-E190-42E0-B6ED-89584ACC67A5}" srcOrd="2" destOrd="0" presId="urn:microsoft.com/office/officeart/2018/5/layout/IconCircleLabelList"/>
    <dgm:cxn modelId="{887ADF59-8D3D-403C-A67E-66A786B12E40}" type="presParOf" srcId="{471F998E-3566-4A45-929B-E8A3533E4D37}" destId="{96371083-CB4F-489D-BEEF-671635B344E2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D43FC9-A8D3-47EA-84E8-358C79C43501}">
      <dsp:nvSpPr>
        <dsp:cNvPr id="0" name=""/>
        <dsp:cNvSpPr/>
      </dsp:nvSpPr>
      <dsp:spPr>
        <a:xfrm>
          <a:off x="0" y="522120"/>
          <a:ext cx="3876039" cy="9266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End-to-End Data Analytics Case Study</a:t>
          </a:r>
        </a:p>
      </dsp:txBody>
      <dsp:txXfrm>
        <a:off x="45235" y="567355"/>
        <a:ext cx="3785569" cy="836169"/>
      </dsp:txXfrm>
    </dsp:sp>
    <dsp:sp modelId="{EDBEB00F-44F0-4C9C-BE5A-D9FA5EA5B1AA}">
      <dsp:nvSpPr>
        <dsp:cNvPr id="0" name=""/>
        <dsp:cNvSpPr/>
      </dsp:nvSpPr>
      <dsp:spPr>
        <a:xfrm>
          <a:off x="0" y="1517880"/>
          <a:ext cx="3876039" cy="9266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Tools: SQL | Python | Power BI</a:t>
          </a:r>
        </a:p>
      </dsp:txBody>
      <dsp:txXfrm>
        <a:off x="45235" y="1563115"/>
        <a:ext cx="3785569" cy="836169"/>
      </dsp:txXfrm>
    </dsp:sp>
    <dsp:sp modelId="{7BFD3F12-2A16-4F79-8D69-E06E94316D42}">
      <dsp:nvSpPr>
        <dsp:cNvPr id="0" name=""/>
        <dsp:cNvSpPr/>
      </dsp:nvSpPr>
      <dsp:spPr>
        <a:xfrm>
          <a:off x="0" y="2513639"/>
          <a:ext cx="3876039" cy="9266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Focus: Customer Retention &amp; Business Insights</a:t>
          </a:r>
        </a:p>
      </dsp:txBody>
      <dsp:txXfrm>
        <a:off x="45235" y="2558874"/>
        <a:ext cx="3785569" cy="83616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B75A6C9-1F80-4A08-9D80-874C4E64BB85}">
      <dsp:nvSpPr>
        <dsp:cNvPr id="0" name=""/>
        <dsp:cNvSpPr/>
      </dsp:nvSpPr>
      <dsp:spPr>
        <a:xfrm>
          <a:off x="840668" y="1030889"/>
          <a:ext cx="977772" cy="97777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942F78-AD9F-45B1-96A4-9D51CA40A1F4}">
      <dsp:nvSpPr>
        <dsp:cNvPr id="0" name=""/>
        <dsp:cNvSpPr/>
      </dsp:nvSpPr>
      <dsp:spPr>
        <a:xfrm>
          <a:off x="243140" y="2308347"/>
          <a:ext cx="2172828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High customer churn reducing revenue</a:t>
          </a:r>
        </a:p>
      </dsp:txBody>
      <dsp:txXfrm>
        <a:off x="243140" y="2308347"/>
        <a:ext cx="2172828" cy="720000"/>
      </dsp:txXfrm>
    </dsp:sp>
    <dsp:sp modelId="{03A90E29-C60B-4C64-962B-075E0405BC4E}">
      <dsp:nvSpPr>
        <dsp:cNvPr id="0" name=""/>
        <dsp:cNvSpPr/>
      </dsp:nvSpPr>
      <dsp:spPr>
        <a:xfrm>
          <a:off x="3393741" y="1030889"/>
          <a:ext cx="977772" cy="97777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5DDD40-0E3D-4A76-A12B-4E1188037FAF}">
      <dsp:nvSpPr>
        <dsp:cNvPr id="0" name=""/>
        <dsp:cNvSpPr/>
      </dsp:nvSpPr>
      <dsp:spPr>
        <a:xfrm>
          <a:off x="2796213" y="2308347"/>
          <a:ext cx="2172828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Lack of visibility into churn drivers</a:t>
          </a:r>
        </a:p>
      </dsp:txBody>
      <dsp:txXfrm>
        <a:off x="2796213" y="2308347"/>
        <a:ext cx="2172828" cy="720000"/>
      </dsp:txXfrm>
    </dsp:sp>
    <dsp:sp modelId="{4FC119BE-4573-400C-BF38-0F8EBFB91A76}">
      <dsp:nvSpPr>
        <dsp:cNvPr id="0" name=""/>
        <dsp:cNvSpPr/>
      </dsp:nvSpPr>
      <dsp:spPr>
        <a:xfrm>
          <a:off x="5946815" y="1030889"/>
          <a:ext cx="977772" cy="97777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74F50E-D420-4903-9405-E521FD7108F9}">
      <dsp:nvSpPr>
        <dsp:cNvPr id="0" name=""/>
        <dsp:cNvSpPr/>
      </dsp:nvSpPr>
      <dsp:spPr>
        <a:xfrm>
          <a:off x="5349287" y="2308347"/>
          <a:ext cx="2172828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Goal: Identify patterns &amp; reduce churn</a:t>
          </a:r>
        </a:p>
      </dsp:txBody>
      <dsp:txXfrm>
        <a:off x="5349287" y="2308347"/>
        <a:ext cx="2172828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56C670-3A77-422F-B3EF-CD371EE438B3}">
      <dsp:nvSpPr>
        <dsp:cNvPr id="0" name=""/>
        <dsp:cNvSpPr/>
      </dsp:nvSpPr>
      <dsp:spPr>
        <a:xfrm>
          <a:off x="111337" y="949580"/>
          <a:ext cx="653845" cy="653845"/>
        </a:xfrm>
        <a:prstGeom prst="ellipse">
          <a:avLst/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35A68654-FD57-48E8-9CFC-4276030760F5}">
      <dsp:nvSpPr>
        <dsp:cNvPr id="0" name=""/>
        <dsp:cNvSpPr/>
      </dsp:nvSpPr>
      <dsp:spPr>
        <a:xfrm>
          <a:off x="248645" y="1086887"/>
          <a:ext cx="379230" cy="37923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45EF2F4-1DB3-41C6-8046-41F2E9A1D4F0}">
      <dsp:nvSpPr>
        <dsp:cNvPr id="0" name=""/>
        <dsp:cNvSpPr/>
      </dsp:nvSpPr>
      <dsp:spPr>
        <a:xfrm>
          <a:off x="905293" y="949580"/>
          <a:ext cx="1541208" cy="6538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7000+ customers</a:t>
          </a:r>
        </a:p>
      </dsp:txBody>
      <dsp:txXfrm>
        <a:off x="905293" y="949580"/>
        <a:ext cx="1541208" cy="653845"/>
      </dsp:txXfrm>
    </dsp:sp>
    <dsp:sp modelId="{182930D0-E934-4E1E-9D7F-F7A2FECE3312}">
      <dsp:nvSpPr>
        <dsp:cNvPr id="0" name=""/>
        <dsp:cNvSpPr/>
      </dsp:nvSpPr>
      <dsp:spPr>
        <a:xfrm>
          <a:off x="2715045" y="949580"/>
          <a:ext cx="653845" cy="653845"/>
        </a:xfrm>
        <a:prstGeom prst="ellipse">
          <a:avLst/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83BA3251-B07F-4211-B4B6-A98127F56F2A}">
      <dsp:nvSpPr>
        <dsp:cNvPr id="0" name=""/>
        <dsp:cNvSpPr/>
      </dsp:nvSpPr>
      <dsp:spPr>
        <a:xfrm>
          <a:off x="2852353" y="1086887"/>
          <a:ext cx="379230" cy="37923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C34089E-C194-400B-9924-8A3C305D52C3}">
      <dsp:nvSpPr>
        <dsp:cNvPr id="0" name=""/>
        <dsp:cNvSpPr/>
      </dsp:nvSpPr>
      <dsp:spPr>
        <a:xfrm>
          <a:off x="3509001" y="949580"/>
          <a:ext cx="1541208" cy="6538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Features: Demographics, Services, Billing</a:t>
          </a:r>
        </a:p>
      </dsp:txBody>
      <dsp:txXfrm>
        <a:off x="3509001" y="949580"/>
        <a:ext cx="1541208" cy="653845"/>
      </dsp:txXfrm>
    </dsp:sp>
    <dsp:sp modelId="{21375100-BC3C-4AC1-8129-70020A390BDD}">
      <dsp:nvSpPr>
        <dsp:cNvPr id="0" name=""/>
        <dsp:cNvSpPr/>
      </dsp:nvSpPr>
      <dsp:spPr>
        <a:xfrm>
          <a:off x="5318754" y="949580"/>
          <a:ext cx="653845" cy="653845"/>
        </a:xfrm>
        <a:prstGeom prst="ellipse">
          <a:avLst/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E15D1223-A7E4-40BC-B724-0EB9A29EA92A}">
      <dsp:nvSpPr>
        <dsp:cNvPr id="0" name=""/>
        <dsp:cNvSpPr/>
      </dsp:nvSpPr>
      <dsp:spPr>
        <a:xfrm>
          <a:off x="5456061" y="1086887"/>
          <a:ext cx="379230" cy="37923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412111D-1A02-45A9-892E-2B1E311194D9}">
      <dsp:nvSpPr>
        <dsp:cNvPr id="0" name=""/>
        <dsp:cNvSpPr/>
      </dsp:nvSpPr>
      <dsp:spPr>
        <a:xfrm>
          <a:off x="6112709" y="949580"/>
          <a:ext cx="1541208" cy="6538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Target Variable: Churn (Yes/No)</a:t>
          </a:r>
        </a:p>
      </dsp:txBody>
      <dsp:txXfrm>
        <a:off x="6112709" y="949580"/>
        <a:ext cx="1541208" cy="65384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7B43044-6E1B-4E96-AE2E-1BD46F8949FC}">
      <dsp:nvSpPr>
        <dsp:cNvPr id="0" name=""/>
        <dsp:cNvSpPr/>
      </dsp:nvSpPr>
      <dsp:spPr>
        <a:xfrm>
          <a:off x="666393" y="244499"/>
          <a:ext cx="932323" cy="93232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rnd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06C60E-374C-49C4-82E3-E922A82BB148}">
      <dsp:nvSpPr>
        <dsp:cNvPr id="0" name=""/>
        <dsp:cNvSpPr/>
      </dsp:nvSpPr>
      <dsp:spPr>
        <a:xfrm>
          <a:off x="96640" y="1470794"/>
          <a:ext cx="2071828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Raw Data → SQL Cleaning</a:t>
          </a:r>
        </a:p>
      </dsp:txBody>
      <dsp:txXfrm>
        <a:off x="96640" y="1470794"/>
        <a:ext cx="2071828" cy="720000"/>
      </dsp:txXfrm>
    </dsp:sp>
    <dsp:sp modelId="{1E9D52BA-F879-4330-A944-892E4F49E1A4}">
      <dsp:nvSpPr>
        <dsp:cNvPr id="0" name=""/>
        <dsp:cNvSpPr/>
      </dsp:nvSpPr>
      <dsp:spPr>
        <a:xfrm>
          <a:off x="3100792" y="244499"/>
          <a:ext cx="932323" cy="93232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CF98C3-967A-4D6B-8594-920EB3E344FB}">
      <dsp:nvSpPr>
        <dsp:cNvPr id="0" name=""/>
        <dsp:cNvSpPr/>
      </dsp:nvSpPr>
      <dsp:spPr>
        <a:xfrm>
          <a:off x="2531039" y="1470794"/>
          <a:ext cx="2071828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KPI Calculation &amp; Churn Analysis</a:t>
          </a:r>
        </a:p>
      </dsp:txBody>
      <dsp:txXfrm>
        <a:off x="2531039" y="1470794"/>
        <a:ext cx="2071828" cy="720000"/>
      </dsp:txXfrm>
    </dsp:sp>
    <dsp:sp modelId="{10E6B00A-95E0-4FD1-9F1A-8995D9F0C480}">
      <dsp:nvSpPr>
        <dsp:cNvPr id="0" name=""/>
        <dsp:cNvSpPr/>
      </dsp:nvSpPr>
      <dsp:spPr>
        <a:xfrm>
          <a:off x="666393" y="2708752"/>
          <a:ext cx="932323" cy="93232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5875" cap="rnd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EAC69A-4100-40D8-8289-9979BAED7330}">
      <dsp:nvSpPr>
        <dsp:cNvPr id="0" name=""/>
        <dsp:cNvSpPr/>
      </dsp:nvSpPr>
      <dsp:spPr>
        <a:xfrm>
          <a:off x="96640" y="3935047"/>
          <a:ext cx="2071828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Python EDA &amp; Feature Engineering</a:t>
          </a:r>
        </a:p>
      </dsp:txBody>
      <dsp:txXfrm>
        <a:off x="96640" y="3935047"/>
        <a:ext cx="2071828" cy="720000"/>
      </dsp:txXfrm>
    </dsp:sp>
    <dsp:sp modelId="{8A5B8D1B-98E3-4CE2-8527-6008DC50C23D}">
      <dsp:nvSpPr>
        <dsp:cNvPr id="0" name=""/>
        <dsp:cNvSpPr/>
      </dsp:nvSpPr>
      <dsp:spPr>
        <a:xfrm>
          <a:off x="3100792" y="2708752"/>
          <a:ext cx="932323" cy="93232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rnd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0602A8-38BC-4EE6-A857-65244CEC3DC9}">
      <dsp:nvSpPr>
        <dsp:cNvPr id="0" name=""/>
        <dsp:cNvSpPr/>
      </dsp:nvSpPr>
      <dsp:spPr>
        <a:xfrm>
          <a:off x="2531039" y="3935047"/>
          <a:ext cx="2071828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Power BI Dashboard</a:t>
          </a:r>
        </a:p>
      </dsp:txBody>
      <dsp:txXfrm>
        <a:off x="2531039" y="3935047"/>
        <a:ext cx="2071828" cy="7200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4EBD1E-DF4B-46A3-94DE-9A85AB446847}">
      <dsp:nvSpPr>
        <dsp:cNvPr id="0" name=""/>
        <dsp:cNvSpPr/>
      </dsp:nvSpPr>
      <dsp:spPr>
        <a:xfrm>
          <a:off x="2274" y="1347729"/>
          <a:ext cx="1624333" cy="103145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95B0EDB-329F-4FF2-902F-C8DB452347EC}">
      <dsp:nvSpPr>
        <dsp:cNvPr id="0" name=""/>
        <dsp:cNvSpPr/>
      </dsp:nvSpPr>
      <dsp:spPr>
        <a:xfrm>
          <a:off x="182756" y="1519187"/>
          <a:ext cx="1624333" cy="103145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Churn Rate: 26.5%</a:t>
          </a:r>
        </a:p>
      </dsp:txBody>
      <dsp:txXfrm>
        <a:off x="212966" y="1549397"/>
        <a:ext cx="1563913" cy="971031"/>
      </dsp:txXfrm>
    </dsp:sp>
    <dsp:sp modelId="{6CFEE4A4-2B60-4F1D-90E3-9B059913C6BB}">
      <dsp:nvSpPr>
        <dsp:cNvPr id="0" name=""/>
        <dsp:cNvSpPr/>
      </dsp:nvSpPr>
      <dsp:spPr>
        <a:xfrm>
          <a:off x="1987571" y="1347729"/>
          <a:ext cx="1624333" cy="103145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FAE0C15-38D6-42F1-BD64-1E9A94B69388}">
      <dsp:nvSpPr>
        <dsp:cNvPr id="0" name=""/>
        <dsp:cNvSpPr/>
      </dsp:nvSpPr>
      <dsp:spPr>
        <a:xfrm>
          <a:off x="2168053" y="1519187"/>
          <a:ext cx="1624333" cy="103145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Retention Rate: 73.5%</a:t>
          </a:r>
        </a:p>
      </dsp:txBody>
      <dsp:txXfrm>
        <a:off x="2198263" y="1549397"/>
        <a:ext cx="1563913" cy="971031"/>
      </dsp:txXfrm>
    </dsp:sp>
    <dsp:sp modelId="{14564CFA-DD38-4697-9368-3C1E8BFCD4C3}">
      <dsp:nvSpPr>
        <dsp:cNvPr id="0" name=""/>
        <dsp:cNvSpPr/>
      </dsp:nvSpPr>
      <dsp:spPr>
        <a:xfrm>
          <a:off x="3972868" y="1347729"/>
          <a:ext cx="1624333" cy="103145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06FD0EC-F353-4523-A0C1-AE1F30F8B482}">
      <dsp:nvSpPr>
        <dsp:cNvPr id="0" name=""/>
        <dsp:cNvSpPr/>
      </dsp:nvSpPr>
      <dsp:spPr>
        <a:xfrm>
          <a:off x="4153350" y="1519187"/>
          <a:ext cx="1624333" cy="103145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Total Revenue: 16M+</a:t>
          </a:r>
        </a:p>
      </dsp:txBody>
      <dsp:txXfrm>
        <a:off x="4183560" y="1549397"/>
        <a:ext cx="1563913" cy="971031"/>
      </dsp:txXfrm>
    </dsp:sp>
    <dsp:sp modelId="{0A9CD722-232E-4799-BA3C-165E55712806}">
      <dsp:nvSpPr>
        <dsp:cNvPr id="0" name=""/>
        <dsp:cNvSpPr/>
      </dsp:nvSpPr>
      <dsp:spPr>
        <a:xfrm>
          <a:off x="5958165" y="1347729"/>
          <a:ext cx="1624333" cy="103145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91E29EB-7184-4C9D-9569-63AE26B97800}">
      <dsp:nvSpPr>
        <dsp:cNvPr id="0" name=""/>
        <dsp:cNvSpPr/>
      </dsp:nvSpPr>
      <dsp:spPr>
        <a:xfrm>
          <a:off x="6138647" y="1519187"/>
          <a:ext cx="1624333" cy="103145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ARPU: 64.76</a:t>
          </a:r>
        </a:p>
      </dsp:txBody>
      <dsp:txXfrm>
        <a:off x="6168857" y="1549397"/>
        <a:ext cx="1563913" cy="971031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D3D60E0-EBB8-4100-B807-AA939242EC4A}">
      <dsp:nvSpPr>
        <dsp:cNvPr id="0" name=""/>
        <dsp:cNvSpPr/>
      </dsp:nvSpPr>
      <dsp:spPr>
        <a:xfrm>
          <a:off x="116553" y="687209"/>
          <a:ext cx="997172" cy="997172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A8E3D6A-87B6-46EF-8B1E-E781F4E3AA35}">
      <dsp:nvSpPr>
        <dsp:cNvPr id="0" name=""/>
        <dsp:cNvSpPr/>
      </dsp:nvSpPr>
      <dsp:spPr>
        <a:xfrm>
          <a:off x="325960" y="896615"/>
          <a:ext cx="578360" cy="57836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24AA22-A0C5-4469-A166-9ED14C8AC29B}">
      <dsp:nvSpPr>
        <dsp:cNvPr id="0" name=""/>
        <dsp:cNvSpPr/>
      </dsp:nvSpPr>
      <dsp:spPr>
        <a:xfrm>
          <a:off x="1327406" y="687209"/>
          <a:ext cx="2350478" cy="9971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Month-to-month customers show </a:t>
          </a:r>
          <a:r>
            <a:rPr lang="en-US" sz="1800" b="1" kern="1200" dirty="0"/>
            <a:t>highest churn (~40%+)</a:t>
          </a:r>
          <a:endParaRPr lang="en-US" sz="1800" kern="1200" dirty="0"/>
        </a:p>
      </dsp:txBody>
      <dsp:txXfrm>
        <a:off x="1327406" y="687209"/>
        <a:ext cx="2350478" cy="997172"/>
      </dsp:txXfrm>
    </dsp:sp>
    <dsp:sp modelId="{75781143-FD00-46E3-8660-41A20D0BB9A9}">
      <dsp:nvSpPr>
        <dsp:cNvPr id="0" name=""/>
        <dsp:cNvSpPr/>
      </dsp:nvSpPr>
      <dsp:spPr>
        <a:xfrm>
          <a:off x="4087437" y="687209"/>
          <a:ext cx="997172" cy="997172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797BD00-761A-4A42-ADC0-C2936C6B053B}">
      <dsp:nvSpPr>
        <dsp:cNvPr id="0" name=""/>
        <dsp:cNvSpPr/>
      </dsp:nvSpPr>
      <dsp:spPr>
        <a:xfrm>
          <a:off x="4296843" y="896615"/>
          <a:ext cx="578360" cy="57836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49920D-48D1-4C2D-B152-4F9C3FA8941F}">
      <dsp:nvSpPr>
        <dsp:cNvPr id="0" name=""/>
        <dsp:cNvSpPr/>
      </dsp:nvSpPr>
      <dsp:spPr>
        <a:xfrm>
          <a:off x="5298289" y="687209"/>
          <a:ext cx="2350478" cy="9971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New users (low tenure) are high risk</a:t>
          </a:r>
        </a:p>
      </dsp:txBody>
      <dsp:txXfrm>
        <a:off x="5298289" y="687209"/>
        <a:ext cx="2350478" cy="997172"/>
      </dsp:txXfrm>
    </dsp:sp>
    <dsp:sp modelId="{A01DD289-A417-4AEA-B28F-BEF11A385766}">
      <dsp:nvSpPr>
        <dsp:cNvPr id="0" name=""/>
        <dsp:cNvSpPr/>
      </dsp:nvSpPr>
      <dsp:spPr>
        <a:xfrm>
          <a:off x="116553" y="2374369"/>
          <a:ext cx="997172" cy="997172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A36A494-F420-4EBF-95CF-E4608ADC4CCF}">
      <dsp:nvSpPr>
        <dsp:cNvPr id="0" name=""/>
        <dsp:cNvSpPr/>
      </dsp:nvSpPr>
      <dsp:spPr>
        <a:xfrm>
          <a:off x="325960" y="2583775"/>
          <a:ext cx="578360" cy="57836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7CF0AF-5540-4AE7-B34C-CFCC9CCABE00}">
      <dsp:nvSpPr>
        <dsp:cNvPr id="0" name=""/>
        <dsp:cNvSpPr/>
      </dsp:nvSpPr>
      <dsp:spPr>
        <a:xfrm>
          <a:off x="1327406" y="2374369"/>
          <a:ext cx="2350478" cy="9971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Electronic check users show higher churn</a:t>
          </a:r>
        </a:p>
      </dsp:txBody>
      <dsp:txXfrm>
        <a:off x="1327406" y="2374369"/>
        <a:ext cx="2350478" cy="997172"/>
      </dsp:txXfrm>
    </dsp:sp>
    <dsp:sp modelId="{7272C267-7640-4AD6-B2B0-9A0E86CDE894}">
      <dsp:nvSpPr>
        <dsp:cNvPr id="0" name=""/>
        <dsp:cNvSpPr/>
      </dsp:nvSpPr>
      <dsp:spPr>
        <a:xfrm>
          <a:off x="4087437" y="2374369"/>
          <a:ext cx="997172" cy="997172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9DB83DC-B18D-45CF-903F-8137B986B9AD}">
      <dsp:nvSpPr>
        <dsp:cNvPr id="0" name=""/>
        <dsp:cNvSpPr/>
      </dsp:nvSpPr>
      <dsp:spPr>
        <a:xfrm>
          <a:off x="4296843" y="2583775"/>
          <a:ext cx="578360" cy="57836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0DBDE6-2266-4130-95A7-A351E34DCF10}">
      <dsp:nvSpPr>
        <dsp:cNvPr id="0" name=""/>
        <dsp:cNvSpPr/>
      </dsp:nvSpPr>
      <dsp:spPr>
        <a:xfrm>
          <a:off x="5298289" y="2374369"/>
          <a:ext cx="2350478" cy="9971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Fiber optic users have higher churn</a:t>
          </a:r>
        </a:p>
      </dsp:txBody>
      <dsp:txXfrm>
        <a:off x="5298289" y="2374369"/>
        <a:ext cx="2350478" cy="997172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99BC15B-3353-466E-BBF1-41731EDB4208}">
      <dsp:nvSpPr>
        <dsp:cNvPr id="0" name=""/>
        <dsp:cNvSpPr/>
      </dsp:nvSpPr>
      <dsp:spPr>
        <a:xfrm>
          <a:off x="829042" y="268433"/>
          <a:ext cx="851230" cy="85123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737FC8-2B7C-40B9-9B7E-25846FE3EA49}">
      <dsp:nvSpPr>
        <dsp:cNvPr id="0" name=""/>
        <dsp:cNvSpPr/>
      </dsp:nvSpPr>
      <dsp:spPr>
        <a:xfrm>
          <a:off x="308846" y="1402770"/>
          <a:ext cx="1891624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High-value customers are at risk → potential revenue loss </a:t>
          </a:r>
        </a:p>
      </dsp:txBody>
      <dsp:txXfrm>
        <a:off x="308846" y="1402770"/>
        <a:ext cx="1891624" cy="720000"/>
      </dsp:txXfrm>
    </dsp:sp>
    <dsp:sp modelId="{1426D0DA-A7A5-4A5A-A0F0-A4EBCCA23768}">
      <dsp:nvSpPr>
        <dsp:cNvPr id="0" name=""/>
        <dsp:cNvSpPr/>
      </dsp:nvSpPr>
      <dsp:spPr>
        <a:xfrm>
          <a:off x="3051701" y="268433"/>
          <a:ext cx="851230" cy="85123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881252-C7F1-4DB8-9C31-436DB48C206D}">
      <dsp:nvSpPr>
        <dsp:cNvPr id="0" name=""/>
        <dsp:cNvSpPr/>
      </dsp:nvSpPr>
      <dsp:spPr>
        <a:xfrm>
          <a:off x="2531504" y="1402770"/>
          <a:ext cx="1891624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Lack of service bundling increases churn</a:t>
          </a:r>
        </a:p>
      </dsp:txBody>
      <dsp:txXfrm>
        <a:off x="2531504" y="1402770"/>
        <a:ext cx="1891624" cy="720000"/>
      </dsp:txXfrm>
    </dsp:sp>
    <dsp:sp modelId="{2B5774C6-2EFA-48B1-A463-86CEE1EB10B3}">
      <dsp:nvSpPr>
        <dsp:cNvPr id="0" name=""/>
        <dsp:cNvSpPr/>
      </dsp:nvSpPr>
      <dsp:spPr>
        <a:xfrm>
          <a:off x="1940372" y="2595677"/>
          <a:ext cx="851230" cy="85123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F5D68E-74F9-423A-B2B1-2732EDB87F29}">
      <dsp:nvSpPr>
        <dsp:cNvPr id="0" name=""/>
        <dsp:cNvSpPr/>
      </dsp:nvSpPr>
      <dsp:spPr>
        <a:xfrm>
          <a:off x="1420175" y="3730014"/>
          <a:ext cx="1891624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Long-term contracts reduce churn significantly</a:t>
          </a:r>
        </a:p>
      </dsp:txBody>
      <dsp:txXfrm>
        <a:off x="1420175" y="3730014"/>
        <a:ext cx="1891624" cy="72000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786A7C9-C31B-4418-BA74-BEBF1AA93999}">
      <dsp:nvSpPr>
        <dsp:cNvPr id="0" name=""/>
        <dsp:cNvSpPr/>
      </dsp:nvSpPr>
      <dsp:spPr>
        <a:xfrm>
          <a:off x="0" y="0"/>
          <a:ext cx="3994582" cy="146986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Interactive Power BI dashboard</a:t>
          </a:r>
        </a:p>
      </dsp:txBody>
      <dsp:txXfrm>
        <a:off x="43051" y="43051"/>
        <a:ext cx="2408484" cy="1383762"/>
      </dsp:txXfrm>
    </dsp:sp>
    <dsp:sp modelId="{613999D1-309C-4276-965A-62DC11E69705}">
      <dsp:nvSpPr>
        <dsp:cNvPr id="0" name=""/>
        <dsp:cNvSpPr/>
      </dsp:nvSpPr>
      <dsp:spPr>
        <a:xfrm>
          <a:off x="352463" y="1714841"/>
          <a:ext cx="3994582" cy="146986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-355029"/>
                <a:satOff val="-2934"/>
                <a:lumOff val="-6274"/>
                <a:alphaOff val="0"/>
                <a:tint val="96000"/>
                <a:lumMod val="104000"/>
              </a:schemeClr>
            </a:gs>
            <a:gs pos="100000">
              <a:schemeClr val="accent2">
                <a:hueOff val="-355029"/>
                <a:satOff val="-2934"/>
                <a:lumOff val="-6274"/>
                <a:alphaOff val="0"/>
                <a:shade val="9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Segment-based filtering (contract, payment, tenure)</a:t>
          </a:r>
        </a:p>
      </dsp:txBody>
      <dsp:txXfrm>
        <a:off x="395514" y="1757892"/>
        <a:ext cx="2600605" cy="1383762"/>
      </dsp:txXfrm>
    </dsp:sp>
    <dsp:sp modelId="{9ADF5B4B-2743-4252-84E8-0FB8D51C08E0}">
      <dsp:nvSpPr>
        <dsp:cNvPr id="0" name=""/>
        <dsp:cNvSpPr/>
      </dsp:nvSpPr>
      <dsp:spPr>
        <a:xfrm>
          <a:off x="704926" y="3429682"/>
          <a:ext cx="3994582" cy="146986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-710059"/>
                <a:satOff val="-5868"/>
                <a:lumOff val="-12549"/>
                <a:alphaOff val="0"/>
                <a:tint val="96000"/>
                <a:lumMod val="104000"/>
              </a:schemeClr>
            </a:gs>
            <a:gs pos="100000">
              <a:schemeClr val="accent2">
                <a:hueOff val="-710059"/>
                <a:satOff val="-5868"/>
                <a:lumOff val="-12549"/>
                <a:alphaOff val="0"/>
                <a:shade val="9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Real-time business insights</a:t>
          </a:r>
        </a:p>
      </dsp:txBody>
      <dsp:txXfrm>
        <a:off x="747977" y="3472733"/>
        <a:ext cx="2600605" cy="1383762"/>
      </dsp:txXfrm>
    </dsp:sp>
    <dsp:sp modelId="{98750C5C-DE7F-4D2B-9D12-0F69B7B98B69}">
      <dsp:nvSpPr>
        <dsp:cNvPr id="0" name=""/>
        <dsp:cNvSpPr/>
      </dsp:nvSpPr>
      <dsp:spPr>
        <a:xfrm>
          <a:off x="3039170" y="1114646"/>
          <a:ext cx="955411" cy="95541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3254137" y="1114646"/>
        <a:ext cx="525477" cy="718947"/>
      </dsp:txXfrm>
    </dsp:sp>
    <dsp:sp modelId="{B7C784CC-AF00-429F-93EB-25238E7F32A9}">
      <dsp:nvSpPr>
        <dsp:cNvPr id="0" name=""/>
        <dsp:cNvSpPr/>
      </dsp:nvSpPr>
      <dsp:spPr>
        <a:xfrm>
          <a:off x="3391634" y="2819689"/>
          <a:ext cx="955411" cy="95541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957465"/>
            <a:satOff val="-11655"/>
            <a:lumOff val="-2511"/>
            <a:alphaOff val="0"/>
          </a:schemeClr>
        </a:solidFill>
        <a:ln w="9525" cap="rnd" cmpd="sng" algn="ctr">
          <a:solidFill>
            <a:schemeClr val="accent2">
              <a:tint val="40000"/>
              <a:alpha val="90000"/>
              <a:hueOff val="-957465"/>
              <a:satOff val="-11655"/>
              <a:lumOff val="-2511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3606601" y="2819689"/>
        <a:ext cx="525477" cy="718947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E7D97DF-CAC0-4C56-AD2D-25F9A15F247A}">
      <dsp:nvSpPr>
        <dsp:cNvPr id="0" name=""/>
        <dsp:cNvSpPr/>
      </dsp:nvSpPr>
      <dsp:spPr>
        <a:xfrm>
          <a:off x="335573" y="919809"/>
          <a:ext cx="1046531" cy="104653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5E46BC5-C89A-4C6E-BC5E-99E57B8DC273}">
      <dsp:nvSpPr>
        <dsp:cNvPr id="0" name=""/>
        <dsp:cNvSpPr/>
      </dsp:nvSpPr>
      <dsp:spPr>
        <a:xfrm>
          <a:off x="558604" y="1142840"/>
          <a:ext cx="600468" cy="60046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E067FC-05AB-4FEE-94A2-A311834D2B50}">
      <dsp:nvSpPr>
        <dsp:cNvPr id="0" name=""/>
        <dsp:cNvSpPr/>
      </dsp:nvSpPr>
      <dsp:spPr>
        <a:xfrm>
          <a:off x="1026" y="2292309"/>
          <a:ext cx="1715625" cy="6862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Promote long-term contracts</a:t>
          </a:r>
        </a:p>
      </dsp:txBody>
      <dsp:txXfrm>
        <a:off x="1026" y="2292309"/>
        <a:ext cx="1715625" cy="686250"/>
      </dsp:txXfrm>
    </dsp:sp>
    <dsp:sp modelId="{ADB1E70E-7C6F-4BA4-B93F-1635563C751F}">
      <dsp:nvSpPr>
        <dsp:cNvPr id="0" name=""/>
        <dsp:cNvSpPr/>
      </dsp:nvSpPr>
      <dsp:spPr>
        <a:xfrm>
          <a:off x="2351432" y="919809"/>
          <a:ext cx="1046531" cy="104653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3BA7161-756A-4850-A4B1-5585A0470502}">
      <dsp:nvSpPr>
        <dsp:cNvPr id="0" name=""/>
        <dsp:cNvSpPr/>
      </dsp:nvSpPr>
      <dsp:spPr>
        <a:xfrm>
          <a:off x="2574463" y="1142840"/>
          <a:ext cx="600468" cy="60046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BB2120-E9E3-4F5B-8D7A-A825386D931E}">
      <dsp:nvSpPr>
        <dsp:cNvPr id="0" name=""/>
        <dsp:cNvSpPr/>
      </dsp:nvSpPr>
      <dsp:spPr>
        <a:xfrm>
          <a:off x="2016885" y="2292309"/>
          <a:ext cx="1715625" cy="6862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Improve onboarding for new users</a:t>
          </a:r>
        </a:p>
      </dsp:txBody>
      <dsp:txXfrm>
        <a:off x="2016885" y="2292309"/>
        <a:ext cx="1715625" cy="686250"/>
      </dsp:txXfrm>
    </dsp:sp>
    <dsp:sp modelId="{3499BAA3-83C5-422A-B20D-73101CFE7F7F}">
      <dsp:nvSpPr>
        <dsp:cNvPr id="0" name=""/>
        <dsp:cNvSpPr/>
      </dsp:nvSpPr>
      <dsp:spPr>
        <a:xfrm>
          <a:off x="4367292" y="919809"/>
          <a:ext cx="1046531" cy="104653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98F8DEC-31BE-47AD-8277-DF317229E660}">
      <dsp:nvSpPr>
        <dsp:cNvPr id="0" name=""/>
        <dsp:cNvSpPr/>
      </dsp:nvSpPr>
      <dsp:spPr>
        <a:xfrm>
          <a:off x="4590323" y="1142840"/>
          <a:ext cx="600468" cy="60046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F3F297-BE4E-4724-9C9F-4203B5AD569E}">
      <dsp:nvSpPr>
        <dsp:cNvPr id="0" name=""/>
        <dsp:cNvSpPr/>
      </dsp:nvSpPr>
      <dsp:spPr>
        <a:xfrm>
          <a:off x="4032745" y="2292309"/>
          <a:ext cx="1715625" cy="6862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Target high-risk users with offers</a:t>
          </a:r>
        </a:p>
      </dsp:txBody>
      <dsp:txXfrm>
        <a:off x="4032745" y="2292309"/>
        <a:ext cx="1715625" cy="686250"/>
      </dsp:txXfrm>
    </dsp:sp>
    <dsp:sp modelId="{9DB172BA-19EF-41CC-AD06-EB5879C097CD}">
      <dsp:nvSpPr>
        <dsp:cNvPr id="0" name=""/>
        <dsp:cNvSpPr/>
      </dsp:nvSpPr>
      <dsp:spPr>
        <a:xfrm>
          <a:off x="6383151" y="919809"/>
          <a:ext cx="1046531" cy="104653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1393471-0BE1-4AB8-B2DB-8393416FAF36}">
      <dsp:nvSpPr>
        <dsp:cNvPr id="0" name=""/>
        <dsp:cNvSpPr/>
      </dsp:nvSpPr>
      <dsp:spPr>
        <a:xfrm>
          <a:off x="6606182" y="1142840"/>
          <a:ext cx="600468" cy="60046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2A6717-AE80-4FCD-A5BE-33451C402353}">
      <dsp:nvSpPr>
        <dsp:cNvPr id="0" name=""/>
        <dsp:cNvSpPr/>
      </dsp:nvSpPr>
      <dsp:spPr>
        <a:xfrm>
          <a:off x="6048604" y="2292309"/>
          <a:ext cx="1715625" cy="6862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Enhance customer support services</a:t>
          </a:r>
        </a:p>
      </dsp:txBody>
      <dsp:txXfrm>
        <a:off x="6048604" y="2292309"/>
        <a:ext cx="1715625" cy="686250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4D17E28-6FE2-433D-8043-C4903C2147EF}">
      <dsp:nvSpPr>
        <dsp:cNvPr id="0" name=""/>
        <dsp:cNvSpPr/>
      </dsp:nvSpPr>
      <dsp:spPr>
        <a:xfrm>
          <a:off x="469377" y="666684"/>
          <a:ext cx="1406812" cy="1406812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5F849A1-76F0-42F9-B191-E882981DAD47}">
      <dsp:nvSpPr>
        <dsp:cNvPr id="0" name=""/>
        <dsp:cNvSpPr/>
      </dsp:nvSpPr>
      <dsp:spPr>
        <a:xfrm>
          <a:off x="769190" y="966497"/>
          <a:ext cx="807187" cy="8071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BD2BCF-47C9-4524-BF54-DDEA42007201}">
      <dsp:nvSpPr>
        <dsp:cNvPr id="0" name=""/>
        <dsp:cNvSpPr/>
      </dsp:nvSpPr>
      <dsp:spPr>
        <a:xfrm>
          <a:off x="19659" y="2511684"/>
          <a:ext cx="23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Data-driven decisions can reduce churn</a:t>
          </a:r>
        </a:p>
      </dsp:txBody>
      <dsp:txXfrm>
        <a:off x="19659" y="2511684"/>
        <a:ext cx="2306250" cy="720000"/>
      </dsp:txXfrm>
    </dsp:sp>
    <dsp:sp modelId="{3C2A0F2C-7770-467E-B8B5-CE674D07B009}">
      <dsp:nvSpPr>
        <dsp:cNvPr id="0" name=""/>
        <dsp:cNvSpPr/>
      </dsp:nvSpPr>
      <dsp:spPr>
        <a:xfrm>
          <a:off x="3179221" y="666684"/>
          <a:ext cx="1406812" cy="1406812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9EA9560-7B13-4E56-9200-A0439951BDA0}">
      <dsp:nvSpPr>
        <dsp:cNvPr id="0" name=""/>
        <dsp:cNvSpPr/>
      </dsp:nvSpPr>
      <dsp:spPr>
        <a:xfrm>
          <a:off x="3479034" y="966497"/>
          <a:ext cx="807187" cy="8071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E7961C-DE3C-4860-8C51-C0C9E0770D45}">
      <dsp:nvSpPr>
        <dsp:cNvPr id="0" name=""/>
        <dsp:cNvSpPr/>
      </dsp:nvSpPr>
      <dsp:spPr>
        <a:xfrm>
          <a:off x="2729503" y="2511684"/>
          <a:ext cx="23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 dirty="0"/>
            <a:t>Improves customer retention and drives revenue growth</a:t>
          </a:r>
        </a:p>
      </dsp:txBody>
      <dsp:txXfrm>
        <a:off x="2729503" y="2511684"/>
        <a:ext cx="2306250" cy="720000"/>
      </dsp:txXfrm>
    </dsp:sp>
    <dsp:sp modelId="{78786DB4-B06D-4618-92B8-43A60744A55B}">
      <dsp:nvSpPr>
        <dsp:cNvPr id="0" name=""/>
        <dsp:cNvSpPr/>
      </dsp:nvSpPr>
      <dsp:spPr>
        <a:xfrm>
          <a:off x="5889065" y="666684"/>
          <a:ext cx="1406812" cy="1406812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9216BF2-5517-452B-9154-2D5F972F1160}">
      <dsp:nvSpPr>
        <dsp:cNvPr id="0" name=""/>
        <dsp:cNvSpPr/>
      </dsp:nvSpPr>
      <dsp:spPr>
        <a:xfrm>
          <a:off x="6188878" y="966497"/>
          <a:ext cx="807187" cy="8071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371083-CB4F-489D-BEEF-671635B344E2}">
      <dsp:nvSpPr>
        <dsp:cNvPr id="0" name=""/>
        <dsp:cNvSpPr/>
      </dsp:nvSpPr>
      <dsp:spPr>
        <a:xfrm>
          <a:off x="5439346" y="2511684"/>
          <a:ext cx="23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Scalable solution for business teams</a:t>
          </a:r>
        </a:p>
      </dsp:txBody>
      <dsp:txXfrm>
        <a:off x="5439346" y="2511684"/>
        <a:ext cx="230625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28020" y="1769541"/>
            <a:ext cx="7080026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020" y="3598339"/>
            <a:ext cx="7080026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3490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4667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1" y="1761068"/>
            <a:ext cx="7192913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1" y="3589879"/>
            <a:ext cx="7192913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4061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347" y="1732449"/>
            <a:ext cx="3795373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2169" y="1732450"/>
            <a:ext cx="3798499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3727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Slate-V2-S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345" y="1770323"/>
            <a:ext cx="3787423" cy="4112953"/>
          </a:xfrm>
          <a:prstGeom prst="rect">
            <a:avLst/>
          </a:prstGeom>
        </p:spPr>
      </p:pic>
      <p:pic>
        <p:nvPicPr>
          <p:cNvPr id="14" name="Picture 13" descr="Slate-V2-S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3245" y="1770323"/>
            <a:ext cx="3787423" cy="411295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404" y="1835254"/>
            <a:ext cx="3657258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4404" y="2380138"/>
            <a:ext cx="3657258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21225" y="1835255"/>
            <a:ext cx="3671498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21225" y="2380138"/>
            <a:ext cx="3671498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8324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5779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6330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600"/>
            <a:ext cx="2780167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41725" y="609600"/>
            <a:ext cx="4808943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2431518"/>
            <a:ext cx="2780167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8450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late-V2-S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4987" y="609923"/>
            <a:ext cx="3428146" cy="520547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923"/>
            <a:ext cx="3924676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976728" y="743989"/>
            <a:ext cx="3165375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2439261"/>
            <a:ext cx="3924676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010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late-V2-S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995" y="540085"/>
            <a:ext cx="7656010" cy="383437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4" y="4565255"/>
            <a:ext cx="7766495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26217" y="695010"/>
            <a:ext cx="7285600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5108728"/>
            <a:ext cx="776532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64972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608437"/>
            <a:ext cx="776532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295180"/>
            <a:ext cx="7765322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5124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610033"/>
            <a:ext cx="6564224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304353"/>
            <a:ext cx="7765322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627459" y="87391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28359" y="2933245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058638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2126943"/>
            <a:ext cx="7765322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9" y="4650556"/>
            <a:ext cx="776414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3593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46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46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5033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1076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4929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74929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0947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239" y="1826045"/>
            <a:ext cx="2529046" cy="1833558"/>
          </a:xfrm>
          <a:prstGeom prst="rect">
            <a:avLst/>
          </a:prstGeom>
        </p:spPr>
      </p:pic>
      <p:pic>
        <p:nvPicPr>
          <p:cNvPr id="28" name="Picture 27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3813" y="1826045"/>
            <a:ext cx="2529046" cy="1833558"/>
          </a:xfrm>
          <a:prstGeom prst="rect">
            <a:avLst/>
          </a:prstGeom>
        </p:spPr>
      </p:pic>
      <p:pic>
        <p:nvPicPr>
          <p:cNvPr id="29" name="Picture 28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1715" y="1826045"/>
            <a:ext cx="2529046" cy="1833558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46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763577" y="1938918"/>
            <a:ext cx="2319276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46" y="4480369"/>
            <a:ext cx="2475738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91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409307" y="1939094"/>
            <a:ext cx="2319276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75" y="4480368"/>
            <a:ext cx="2476753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5023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056774" y="1934432"/>
            <a:ext cx="2319276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4929" y="4480366"/>
            <a:ext cx="2475738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819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1035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37302" y="609600"/>
            <a:ext cx="1713365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347" y="609600"/>
            <a:ext cx="5937654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1975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46" y="1732450"/>
            <a:ext cx="776532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2" y="588327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47" y="5883276"/>
            <a:ext cx="50046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5883276"/>
            <a:ext cx="5651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37628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10" Type="http://schemas.openxmlformats.org/officeDocument/2006/relationships/image" Target="../media/image9.png"/><Relationship Id="rId4" Type="http://schemas.openxmlformats.org/officeDocument/2006/relationships/diagramLayout" Target="../diagrams/layout1.xml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.xml"/><Relationship Id="rId3" Type="http://schemas.openxmlformats.org/officeDocument/2006/relationships/image" Target="../media/image7.png"/><Relationship Id="rId7" Type="http://schemas.openxmlformats.org/officeDocument/2006/relationships/diagramColors" Target="../diagrams/colors4.xm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4.xml"/><Relationship Id="rId5" Type="http://schemas.openxmlformats.org/officeDocument/2006/relationships/diagramLayout" Target="../diagrams/layout4.xml"/><Relationship Id="rId4" Type="http://schemas.openxmlformats.org/officeDocument/2006/relationships/diagramData" Target="../diagrams/data4.xml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5.xml"/><Relationship Id="rId3" Type="http://schemas.openxmlformats.org/officeDocument/2006/relationships/image" Target="../media/image20.png"/><Relationship Id="rId7" Type="http://schemas.openxmlformats.org/officeDocument/2006/relationships/diagramColors" Target="../diagrams/colors5.xm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5.xml"/><Relationship Id="rId5" Type="http://schemas.openxmlformats.org/officeDocument/2006/relationships/diagramLayout" Target="../diagrams/layout5.xml"/><Relationship Id="rId4" Type="http://schemas.openxmlformats.org/officeDocument/2006/relationships/diagramData" Target="../diagrams/data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7.xml"/><Relationship Id="rId3" Type="http://schemas.openxmlformats.org/officeDocument/2006/relationships/image" Target="../media/image25.png"/><Relationship Id="rId7" Type="http://schemas.openxmlformats.org/officeDocument/2006/relationships/diagramColors" Target="../diagrams/colors7.xm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7.xml"/><Relationship Id="rId5" Type="http://schemas.openxmlformats.org/officeDocument/2006/relationships/diagramLayout" Target="../diagrams/layout7.xml"/><Relationship Id="rId4" Type="http://schemas.openxmlformats.org/officeDocument/2006/relationships/diagramData" Target="../diagrams/data7.xml"/></Relationships>
</file>

<file path=ppt/slides/_rels/slide8.xml.rels><?xml version="1.0" encoding="UTF-8" standalone="yes"?>
<Relationships xmlns="http://schemas.openxmlformats.org/package/2006/relationships"><Relationship Id="rId8" Type="http://schemas.microsoft.com/office/2007/relationships/diagramDrawing" Target="../diagrams/drawing8.xml"/><Relationship Id="rId3" Type="http://schemas.openxmlformats.org/officeDocument/2006/relationships/image" Target="../media/image7.png"/><Relationship Id="rId7" Type="http://schemas.openxmlformats.org/officeDocument/2006/relationships/diagramColors" Target="../diagrams/colors8.xm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8.xml"/><Relationship Id="rId5" Type="http://schemas.openxmlformats.org/officeDocument/2006/relationships/diagramLayout" Target="../diagrams/layout8.xml"/><Relationship Id="rId4" Type="http://schemas.openxmlformats.org/officeDocument/2006/relationships/diagramData" Target="../diagrams/data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microsoft.com/office/2007/relationships/diagramDrawing" Target="../diagrams/drawing9.xml"/><Relationship Id="rId3" Type="http://schemas.openxmlformats.org/officeDocument/2006/relationships/image" Target="../media/image20.png"/><Relationship Id="rId7" Type="http://schemas.openxmlformats.org/officeDocument/2006/relationships/diagramColors" Target="../diagrams/colors9.xm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9.xml"/><Relationship Id="rId5" Type="http://schemas.openxmlformats.org/officeDocument/2006/relationships/diagramLayout" Target="../diagrams/layout9.xml"/><Relationship Id="rId4" Type="http://schemas.openxmlformats.org/officeDocument/2006/relationships/diagramData" Target="../diagrams/data9.xml"/></Relationships>
</file>

<file path=ppt/slides/_rels/slide1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0.xml"/><Relationship Id="rId3" Type="http://schemas.openxmlformats.org/officeDocument/2006/relationships/image" Target="../media/image20.png"/><Relationship Id="rId7" Type="http://schemas.openxmlformats.org/officeDocument/2006/relationships/diagramColors" Target="../diagrams/colors10.xm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0.xml"/><Relationship Id="rId5" Type="http://schemas.openxmlformats.org/officeDocument/2006/relationships/diagramLayout" Target="../diagrams/layout10.xml"/><Relationship Id="rId4" Type="http://schemas.openxmlformats.org/officeDocument/2006/relationships/diagramData" Target="../diagrams/data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600"/>
            <a:ext cx="3876039" cy="11176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IN" sz="3700"/>
              <a:t>Customer Churn Analysis</a:t>
            </a:r>
          </a:p>
        </p:txBody>
      </p:sp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20EF59EF-42B2-5612-B912-9C2B89A5956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85347" y="1828800"/>
          <a:ext cx="3876039" cy="3962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37" name="Picture 36">
            <a:extLst>
              <a:ext uri="{FF2B5EF4-FFF2-40B4-BE49-F238E27FC236}">
                <a16:creationId xmlns:a16="http://schemas.microsoft.com/office/drawing/2014/main" id="{F15A1844-5CB8-438B-B90E-EF2A51CF87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4" r="2807" b="1446"/>
          <a:stretch/>
        </p:blipFill>
        <p:spPr>
          <a:xfrm>
            <a:off x="4940021" y="1"/>
            <a:ext cx="4203979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64DA747-4A53-D0E2-CC2E-B8F23B63637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48702" y="631790"/>
            <a:ext cx="2905935" cy="246277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86F41B1-AD7D-E18E-339C-EC24F481FE08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10179" r="10176" b="-3"/>
          <a:stretch>
            <a:fillRect/>
          </a:stretch>
        </p:blipFill>
        <p:spPr>
          <a:xfrm>
            <a:off x="5510195" y="3277626"/>
            <a:ext cx="2782949" cy="250715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1" cy="970450"/>
          </a:xfrm>
        </p:spPr>
        <p:txBody>
          <a:bodyPr>
            <a:normAutofit/>
          </a:bodyPr>
          <a:lstStyle/>
          <a:p>
            <a:r>
              <a:rPr lang="en-IN"/>
              <a:t>Business Problem</a:t>
            </a:r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D8AD4CB8-19F8-2A76-FC3D-A2EB66B6A52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46997621"/>
              </p:ext>
            </p:extLst>
          </p:nvPr>
        </p:nvGraphicFramePr>
        <p:xfrm>
          <a:off x="685800" y="1731963"/>
          <a:ext cx="7765256" cy="40592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1" cy="970450"/>
          </a:xfrm>
        </p:spPr>
        <p:txBody>
          <a:bodyPr>
            <a:normAutofit/>
          </a:bodyPr>
          <a:lstStyle/>
          <a:p>
            <a:r>
              <a:t>Dataset Overview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EEE3C6A-AFF6-284F-B3D9-F0DFECA52DB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84909905"/>
              </p:ext>
            </p:extLst>
          </p:nvPr>
        </p:nvGraphicFramePr>
        <p:xfrm>
          <a:off x="685800" y="2048256"/>
          <a:ext cx="7765256" cy="25530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62252F84-F29A-79B2-8031-C2D062AD8A17}"/>
              </a:ext>
            </a:extLst>
          </p:cNvPr>
          <p:cNvSpPr txBox="1"/>
          <p:nvPr/>
        </p:nvSpPr>
        <p:spPr>
          <a:xfrm>
            <a:off x="541325" y="4332492"/>
            <a:ext cx="78199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Dataset represents telecom customer behavior and subscription patterns</a:t>
            </a:r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5307" y="609599"/>
            <a:ext cx="2559867" cy="5273675"/>
          </a:xfrm>
        </p:spPr>
        <p:txBody>
          <a:bodyPr>
            <a:normAutofit/>
          </a:bodyPr>
          <a:lstStyle/>
          <a:p>
            <a:r>
              <a:t>Data Pipeline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2AABC82-C2D1-4340-A6DF-6E73DF06FC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4" r="2807" b="1446"/>
          <a:stretch/>
        </p:blipFill>
        <p:spPr>
          <a:xfrm>
            <a:off x="3479292" y="2"/>
            <a:ext cx="5664708" cy="6857998"/>
          </a:xfrm>
          <a:prstGeom prst="rect">
            <a:avLst/>
          </a:prstGeom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C4AED81-A591-6DD8-37BF-177512CF5F1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59502763"/>
              </p:ext>
            </p:extLst>
          </p:nvPr>
        </p:nvGraphicFramePr>
        <p:xfrm>
          <a:off x="3961890" y="709683"/>
          <a:ext cx="4699509" cy="48995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1" cy="970450"/>
          </a:xfrm>
        </p:spPr>
        <p:txBody>
          <a:bodyPr>
            <a:normAutofit/>
          </a:bodyPr>
          <a:lstStyle/>
          <a:p>
            <a:r>
              <a:t>Key KPIs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8D526D7-C782-4F65-A21F-A6B40D869B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8" t="2669" r="616"/>
          <a:stretch/>
        </p:blipFill>
        <p:spPr>
          <a:xfrm>
            <a:off x="0" y="1731964"/>
            <a:ext cx="9144000" cy="5126036"/>
          </a:xfrm>
          <a:prstGeom prst="rect">
            <a:avLst/>
          </a:prstGeom>
          <a:effectLst>
            <a:innerShdw blurRad="63500" dist="50800" dir="16200000">
              <a:prstClr val="black">
                <a:alpha val="50000"/>
              </a:prstClr>
            </a:innerShdw>
          </a:effectLst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E27BD45-E66A-DB3A-0090-CD1D86F3EC1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25143419"/>
              </p:ext>
            </p:extLst>
          </p:nvPr>
        </p:nvGraphicFramePr>
        <p:xfrm>
          <a:off x="685800" y="1892830"/>
          <a:ext cx="7765256" cy="38983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3C49CF3-A72B-19EE-2979-2F10943860C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24816421"/>
              </p:ext>
            </p:extLst>
          </p:nvPr>
        </p:nvGraphicFramePr>
        <p:xfrm>
          <a:off x="685346" y="1732450"/>
          <a:ext cx="7765322" cy="40587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5307" y="609599"/>
            <a:ext cx="2559867" cy="5273675"/>
          </a:xfrm>
        </p:spPr>
        <p:txBody>
          <a:bodyPr>
            <a:normAutofit/>
          </a:bodyPr>
          <a:lstStyle/>
          <a:p>
            <a:r>
              <a:t>Advanced Insights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577D423-FE81-4236-89DE-39776B8109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0480" y="609599"/>
            <a:ext cx="5167266" cy="5273675"/>
          </a:xfrm>
          <a:prstGeom prst="rect">
            <a:avLst/>
          </a:prstGeom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61FD596-DA38-70A4-AF11-F4059717B47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03471323"/>
              </p:ext>
            </p:extLst>
          </p:nvPr>
        </p:nvGraphicFramePr>
        <p:xfrm>
          <a:off x="3718692" y="887213"/>
          <a:ext cx="4731975" cy="47184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5307" y="609599"/>
            <a:ext cx="2559867" cy="5273675"/>
          </a:xfrm>
        </p:spPr>
        <p:txBody>
          <a:bodyPr>
            <a:normAutofit/>
          </a:bodyPr>
          <a:lstStyle/>
          <a:p>
            <a:r>
              <a:t>Dashboard Overview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2AABC82-C2D1-4340-A6DF-6E73DF06FC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4" r="2807" b="1446"/>
          <a:stretch/>
        </p:blipFill>
        <p:spPr>
          <a:xfrm>
            <a:off x="3479292" y="2"/>
            <a:ext cx="5664708" cy="6857998"/>
          </a:xfrm>
          <a:prstGeom prst="rect">
            <a:avLst/>
          </a:prstGeom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C92F896-70E2-E693-A073-3B7CE19BABA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08250411"/>
              </p:ext>
            </p:extLst>
          </p:nvPr>
        </p:nvGraphicFramePr>
        <p:xfrm>
          <a:off x="3961890" y="709683"/>
          <a:ext cx="4699509" cy="48995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0779B-9266-DD62-371C-7BD25A194B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053" y="86562"/>
            <a:ext cx="7765322" cy="666904"/>
          </a:xfrm>
        </p:spPr>
        <p:txBody>
          <a:bodyPr>
            <a:normAutofit fontScale="90000"/>
          </a:bodyPr>
          <a:lstStyle/>
          <a:p>
            <a:r>
              <a:rPr lang="en-IN" dirty="0"/>
              <a:t>Customer Churn Analysis Dashboard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61DC9D1-5A3F-7C01-8443-0E3E265AAC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7781" y="1495914"/>
            <a:ext cx="8975751" cy="5299907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1A8A9DD-3100-CA2B-94C0-F6473433B568}"/>
              </a:ext>
            </a:extLst>
          </p:cNvPr>
          <p:cNvSpPr txBox="1"/>
          <p:nvPr/>
        </p:nvSpPr>
        <p:spPr>
          <a:xfrm>
            <a:off x="541325" y="850456"/>
            <a:ext cx="78199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Designed using Netflix-inspired dark theme for better visual storytelling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088404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1" cy="970450"/>
          </a:xfrm>
        </p:spPr>
        <p:txBody>
          <a:bodyPr>
            <a:normAutofit/>
          </a:bodyPr>
          <a:lstStyle/>
          <a:p>
            <a:r>
              <a:t>Business Recommendations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8D526D7-C782-4F65-A21F-A6B40D869B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8" t="2669" r="616"/>
          <a:stretch/>
        </p:blipFill>
        <p:spPr>
          <a:xfrm>
            <a:off x="0" y="1731964"/>
            <a:ext cx="9144000" cy="5126036"/>
          </a:xfrm>
          <a:prstGeom prst="rect">
            <a:avLst/>
          </a:prstGeom>
          <a:effectLst>
            <a:innerShdw blurRad="63500" dist="50800" dir="16200000">
              <a:prstClr val="black">
                <a:alpha val="50000"/>
              </a:prstClr>
            </a:innerShdw>
          </a:effectLst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902EFF8-5E2B-F499-E858-734C6D89771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4158477"/>
              </p:ext>
            </p:extLst>
          </p:nvPr>
        </p:nvGraphicFramePr>
        <p:xfrm>
          <a:off x="685800" y="1892830"/>
          <a:ext cx="7765256" cy="38983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1" cy="970450"/>
          </a:xfrm>
        </p:spPr>
        <p:txBody>
          <a:bodyPr>
            <a:normAutofit/>
          </a:bodyPr>
          <a:lstStyle/>
          <a:p>
            <a:r>
              <a:t>Conclusion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8D526D7-C782-4F65-A21F-A6B40D869B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8" t="2669" r="616"/>
          <a:stretch/>
        </p:blipFill>
        <p:spPr>
          <a:xfrm>
            <a:off x="0" y="1731964"/>
            <a:ext cx="9144000" cy="5126036"/>
          </a:xfrm>
          <a:prstGeom prst="rect">
            <a:avLst/>
          </a:prstGeom>
          <a:effectLst>
            <a:innerShdw blurRad="63500" dist="50800" dir="16200000">
              <a:prstClr val="black">
                <a:alpha val="50000"/>
              </a:prstClr>
            </a:innerShdw>
          </a:effectLst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6FEAC5F-9CB3-96DE-0148-C3F6C963919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52897918"/>
              </p:ext>
            </p:extLst>
          </p:nvPr>
        </p:nvGraphicFramePr>
        <p:xfrm>
          <a:off x="685800" y="1892830"/>
          <a:ext cx="7765256" cy="38983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6F2510D6-B280-AB5E-AD8C-74A9BD851AF2}"/>
              </a:ext>
            </a:extLst>
          </p:cNvPr>
          <p:cNvSpPr txBox="1"/>
          <p:nvPr/>
        </p:nvSpPr>
        <p:spPr>
          <a:xfrm>
            <a:off x="519379" y="5508346"/>
            <a:ext cx="80613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project demonstrates end-to-end analytics including data cleaning, feature engineering, visualization, and business decision-making.</a:t>
            </a:r>
            <a:endParaRPr lang="en-IN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18</TotalTime>
  <Words>251</Words>
  <Application>Microsoft Office PowerPoint</Application>
  <PresentationFormat>On-screen Show (4:3)</PresentationFormat>
  <Paragraphs>48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Calisto MT</vt:lpstr>
      <vt:lpstr>Wingdings 2</vt:lpstr>
      <vt:lpstr>Slate</vt:lpstr>
      <vt:lpstr>Customer Churn Analysis</vt:lpstr>
      <vt:lpstr>Business Problem</vt:lpstr>
      <vt:lpstr>Dataset Overview</vt:lpstr>
      <vt:lpstr>Data Pipeline</vt:lpstr>
      <vt:lpstr>Key KPIs</vt:lpstr>
      <vt:lpstr>Key Insights</vt:lpstr>
      <vt:lpstr>Advanced Insights</vt:lpstr>
      <vt:lpstr>Dashboard Overview</vt:lpstr>
      <vt:lpstr>Customer Churn Analysis Dashboard</vt:lpstr>
      <vt:lpstr>Business Recommendations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pritam nagar</cp:lastModifiedBy>
  <cp:revision>4</cp:revision>
  <dcterms:created xsi:type="dcterms:W3CDTF">2013-01-27T09:14:16Z</dcterms:created>
  <dcterms:modified xsi:type="dcterms:W3CDTF">2026-03-31T05:02:26Z</dcterms:modified>
  <cp:category/>
</cp:coreProperties>
</file>